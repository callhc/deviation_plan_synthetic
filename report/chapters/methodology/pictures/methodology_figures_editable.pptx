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59"/>
  </p:normalViewPr>
  <p:slideViewPr>
    <p:cSldViewPr snapToGrid="0">
      <p:cViewPr varScale="1">
        <p:scale>
          <a:sx n="146" d="100"/>
          <a:sy n="146" d="100"/>
        </p:scale>
        <p:origin x="3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>
            <a:extLst>
              <a:ext uri="{FF2B5EF4-FFF2-40B4-BE49-F238E27FC236}">
                <a16:creationId xmlns:a16="http://schemas.microsoft.com/office/drawing/2014/main" id="{13B251F2-6CB6-4C67-8B06-00184CB46619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C9E4F-119E-44CE-9145-D88391730E6C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7295D1EE-F5DB-429B-A06D-488AA6AA80D8}"/>
              </a:ext>
            </a:extLst>
          </p:cNvPr>
          <p:cNvSpPr>
            <a:spLocks noGrp="1"/>
          </p:cNvSpPr>
          <p:nvPr/>
        </p:nvSpPr>
        <p:spPr>
          <a:xfrm>
            <a:off x="1909141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FB2F7-22BC-4074-8922-A4838D247C04}"/>
              </a:ext>
            </a:extLst>
          </p:cNvPr>
          <p:cNvSpPr>
            <a:spLocks noGrp="1"/>
          </p:cNvSpPr>
          <p:nvPr/>
        </p:nvSpPr>
        <p:spPr>
          <a:xfrm>
            <a:off x="1718641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F38395E1-4961-4AA1-8B06-E929449C6FED}"/>
              </a:ext>
            </a:extLst>
          </p:cNvPr>
          <p:cNvSpPr>
            <a:spLocks noGrp="1"/>
          </p:cNvSpPr>
          <p:nvPr/>
        </p:nvSpPr>
        <p:spPr>
          <a:xfrm>
            <a:off x="2770533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9A6AE7-1E5E-4A04-A90C-E1A633BF0D98}"/>
              </a:ext>
            </a:extLst>
          </p:cNvPr>
          <p:cNvSpPr>
            <a:spLocks noGrp="1"/>
          </p:cNvSpPr>
          <p:nvPr/>
        </p:nvSpPr>
        <p:spPr>
          <a:xfrm>
            <a:off x="2580033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2B354835-42C4-44B8-B579-5ED012A980DD}"/>
              </a:ext>
            </a:extLst>
          </p:cNvPr>
          <p:cNvSpPr>
            <a:spLocks noGrp="1"/>
          </p:cNvSpPr>
          <p:nvPr/>
        </p:nvSpPr>
        <p:spPr>
          <a:xfrm>
            <a:off x="3631924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BE51D6-777E-4848-A062-5BB15DD61FF6}"/>
              </a:ext>
            </a:extLst>
          </p:cNvPr>
          <p:cNvSpPr>
            <a:spLocks noGrp="1"/>
          </p:cNvSpPr>
          <p:nvPr/>
        </p:nvSpPr>
        <p:spPr>
          <a:xfrm>
            <a:off x="3441424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CD56A0B9-69B6-4BE9-981C-34EE9963A631}"/>
              </a:ext>
            </a:extLst>
          </p:cNvPr>
          <p:cNvSpPr>
            <a:spLocks noGrp="1"/>
          </p:cNvSpPr>
          <p:nvPr/>
        </p:nvSpPr>
        <p:spPr>
          <a:xfrm>
            <a:off x="4493315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1FC83-D256-425F-B528-7636B0E323FF}"/>
              </a:ext>
            </a:extLst>
          </p:cNvPr>
          <p:cNvSpPr>
            <a:spLocks noGrp="1"/>
          </p:cNvSpPr>
          <p:nvPr/>
        </p:nvSpPr>
        <p:spPr>
          <a:xfrm>
            <a:off x="4302815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4A6C1DF-0A7B-4F50-85D1-29A72305FE22}"/>
              </a:ext>
            </a:extLst>
          </p:cNvPr>
          <p:cNvSpPr>
            <a:spLocks noGrp="1"/>
          </p:cNvSpPr>
          <p:nvPr/>
        </p:nvSpPr>
        <p:spPr>
          <a:xfrm>
            <a:off x="5354707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C72095-8C32-462A-967C-FD3D56F1F07D}"/>
              </a:ext>
            </a:extLst>
          </p:cNvPr>
          <p:cNvSpPr>
            <a:spLocks noGrp="1"/>
          </p:cNvSpPr>
          <p:nvPr/>
        </p:nvSpPr>
        <p:spPr>
          <a:xfrm>
            <a:off x="5164207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10</a:t>
            </a:r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1955AAA1-02FA-4226-B81E-8FDC47EE7DD5}"/>
              </a:ext>
            </a:extLst>
          </p:cNvPr>
          <p:cNvSpPr>
            <a:spLocks noGrp="1"/>
          </p:cNvSpPr>
          <p:nvPr/>
        </p:nvSpPr>
        <p:spPr>
          <a:xfrm>
            <a:off x="6216098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FBA95-49B4-4276-972D-A32C846F4E34}"/>
              </a:ext>
            </a:extLst>
          </p:cNvPr>
          <p:cNvSpPr>
            <a:spLocks noGrp="1"/>
          </p:cNvSpPr>
          <p:nvPr/>
        </p:nvSpPr>
        <p:spPr>
          <a:xfrm>
            <a:off x="6025598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12</a:t>
            </a:r>
          </a:p>
        </p:txBody>
      </p:sp>
      <p:sp>
        <p:nvSpPr>
          <p:cNvPr id="18" name="Forme libre 17">
            <a:extLst>
              <a:ext uri="{FF2B5EF4-FFF2-40B4-BE49-F238E27FC236}">
                <a16:creationId xmlns:a16="http://schemas.microsoft.com/office/drawing/2014/main" id="{AFEB59B6-1552-42F0-AF7B-8F15B101C8BD}"/>
              </a:ext>
            </a:extLst>
          </p:cNvPr>
          <p:cNvSpPr>
            <a:spLocks noGrp="1"/>
          </p:cNvSpPr>
          <p:nvPr/>
        </p:nvSpPr>
        <p:spPr>
          <a:xfrm>
            <a:off x="7077489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E6FE6E-4A94-48F8-83E9-DB6DCD247590}"/>
              </a:ext>
            </a:extLst>
          </p:cNvPr>
          <p:cNvSpPr>
            <a:spLocks noGrp="1"/>
          </p:cNvSpPr>
          <p:nvPr/>
        </p:nvSpPr>
        <p:spPr>
          <a:xfrm>
            <a:off x="6886989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14</a:t>
            </a:r>
          </a:p>
        </p:txBody>
      </p:sp>
      <p:sp>
        <p:nvSpPr>
          <p:cNvPr id="20" name="Forme libre 19">
            <a:extLst>
              <a:ext uri="{FF2B5EF4-FFF2-40B4-BE49-F238E27FC236}">
                <a16:creationId xmlns:a16="http://schemas.microsoft.com/office/drawing/2014/main" id="{FFCCB8F9-B81D-4A5C-9D44-69AA0B49E832}"/>
              </a:ext>
            </a:extLst>
          </p:cNvPr>
          <p:cNvSpPr>
            <a:spLocks noGrp="1"/>
          </p:cNvSpPr>
          <p:nvPr/>
        </p:nvSpPr>
        <p:spPr>
          <a:xfrm>
            <a:off x="7938880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C6751A-BB79-488B-BC73-8C3A546A2EE6}"/>
              </a:ext>
            </a:extLst>
          </p:cNvPr>
          <p:cNvSpPr>
            <a:spLocks noGrp="1"/>
          </p:cNvSpPr>
          <p:nvPr/>
        </p:nvSpPr>
        <p:spPr>
          <a:xfrm>
            <a:off x="7748380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22" name="Forme libre 21">
            <a:extLst>
              <a:ext uri="{FF2B5EF4-FFF2-40B4-BE49-F238E27FC236}">
                <a16:creationId xmlns:a16="http://schemas.microsoft.com/office/drawing/2014/main" id="{DB77CF39-6E7A-48EE-AE84-2D133B9FDB13}"/>
              </a:ext>
            </a:extLst>
          </p:cNvPr>
          <p:cNvSpPr>
            <a:spLocks noGrp="1"/>
          </p:cNvSpPr>
          <p:nvPr/>
        </p:nvSpPr>
        <p:spPr>
          <a:xfrm>
            <a:off x="8800272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DEFD03-C686-4EAE-BEB2-758DC3C291A5}"/>
              </a:ext>
            </a:extLst>
          </p:cNvPr>
          <p:cNvSpPr>
            <a:spLocks noGrp="1"/>
          </p:cNvSpPr>
          <p:nvPr/>
        </p:nvSpPr>
        <p:spPr>
          <a:xfrm>
            <a:off x="8609772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24" name="Forme libre 23">
            <a:extLst>
              <a:ext uri="{FF2B5EF4-FFF2-40B4-BE49-F238E27FC236}">
                <a16:creationId xmlns:a16="http://schemas.microsoft.com/office/drawing/2014/main" id="{13F03DEB-08BB-42FE-8199-0BAA4E27E04B}"/>
              </a:ext>
            </a:extLst>
          </p:cNvPr>
          <p:cNvSpPr>
            <a:spLocks noGrp="1"/>
          </p:cNvSpPr>
          <p:nvPr/>
        </p:nvSpPr>
        <p:spPr>
          <a:xfrm>
            <a:off x="9661663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EC09D4-0237-4A8D-B138-073118577DDC}"/>
              </a:ext>
            </a:extLst>
          </p:cNvPr>
          <p:cNvSpPr>
            <a:spLocks noGrp="1"/>
          </p:cNvSpPr>
          <p:nvPr/>
        </p:nvSpPr>
        <p:spPr>
          <a:xfrm>
            <a:off x="9471163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20</a:t>
            </a:r>
          </a:p>
        </p:txBody>
      </p:sp>
      <p:sp>
        <p:nvSpPr>
          <p:cNvPr id="26" name="Forme libre 25">
            <a:extLst>
              <a:ext uri="{FF2B5EF4-FFF2-40B4-BE49-F238E27FC236}">
                <a16:creationId xmlns:a16="http://schemas.microsoft.com/office/drawing/2014/main" id="{6B8F1209-AC0C-4CA0-9867-DC5EB012B5C7}"/>
              </a:ext>
            </a:extLst>
          </p:cNvPr>
          <p:cNvSpPr>
            <a:spLocks noGrp="1"/>
          </p:cNvSpPr>
          <p:nvPr/>
        </p:nvSpPr>
        <p:spPr>
          <a:xfrm>
            <a:off x="10523054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62D7-C975-4990-B2D6-55C9352DC2EA}"/>
              </a:ext>
            </a:extLst>
          </p:cNvPr>
          <p:cNvSpPr>
            <a:spLocks noGrp="1"/>
          </p:cNvSpPr>
          <p:nvPr/>
        </p:nvSpPr>
        <p:spPr>
          <a:xfrm>
            <a:off x="10332554" y="55245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22</a:t>
            </a:r>
          </a:p>
        </p:txBody>
      </p:sp>
      <p:sp>
        <p:nvSpPr>
          <p:cNvPr id="28" name="Forme libre 27">
            <a:extLst>
              <a:ext uri="{FF2B5EF4-FFF2-40B4-BE49-F238E27FC236}">
                <a16:creationId xmlns:a16="http://schemas.microsoft.com/office/drawing/2014/main" id="{07773BCA-C9A6-46EE-AF8E-ACF02F11163F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4CB0C0DC-577F-498F-805A-E90ECD47C698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9906000" cy="9525"/>
          </a:xfrm>
          <a:custGeom>
            <a:avLst/>
            <a:gdLst/>
            <a:ahLst/>
            <a:cxnLst/>
            <a:rect l="0" t="0" r="0" b="0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Forme libre 29">
            <a:extLst>
              <a:ext uri="{FF2B5EF4-FFF2-40B4-BE49-F238E27FC236}">
                <a16:creationId xmlns:a16="http://schemas.microsoft.com/office/drawing/2014/main" id="{C5C164C3-D612-4646-BD41-A0E51366A832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9906000" cy="3905250"/>
          </a:xfrm>
          <a:custGeom>
            <a:avLst/>
            <a:gdLst/>
            <a:ahLst/>
            <a:cxnLst/>
            <a:rect l="0" t="0" r="0" b="0"/>
            <a:pathLst>
              <a:path w="9906000" h="3905250">
                <a:moveTo>
                  <a:pt x="0" y="3905250"/>
                </a:moveTo>
                <a:lnTo>
                  <a:pt x="0" y="3904202"/>
                </a:lnTo>
                <a:lnTo>
                  <a:pt x="107674" y="3903536"/>
                </a:lnTo>
                <a:lnTo>
                  <a:pt x="215348" y="3902489"/>
                </a:lnTo>
                <a:lnTo>
                  <a:pt x="323022" y="3900872"/>
                </a:lnTo>
                <a:lnTo>
                  <a:pt x="430696" y="3898416"/>
                </a:lnTo>
                <a:lnTo>
                  <a:pt x="538370" y="3894748"/>
                </a:lnTo>
                <a:lnTo>
                  <a:pt x="646043" y="3889361"/>
                </a:lnTo>
                <a:lnTo>
                  <a:pt x="753717" y="3881583"/>
                </a:lnTo>
                <a:lnTo>
                  <a:pt x="861391" y="3870544"/>
                </a:lnTo>
                <a:lnTo>
                  <a:pt x="969065" y="3855147"/>
                </a:lnTo>
                <a:lnTo>
                  <a:pt x="1076739" y="3834039"/>
                </a:lnTo>
                <a:lnTo>
                  <a:pt x="1184413" y="3805607"/>
                </a:lnTo>
                <a:lnTo>
                  <a:pt x="1292087" y="3767987"/>
                </a:lnTo>
                <a:lnTo>
                  <a:pt x="1399761" y="3719093"/>
                </a:lnTo>
                <a:lnTo>
                  <a:pt x="1507435" y="3656698"/>
                </a:lnTo>
                <a:lnTo>
                  <a:pt x="1615109" y="3578535"/>
                </a:lnTo>
                <a:lnTo>
                  <a:pt x="1722783" y="3482449"/>
                </a:lnTo>
                <a:lnTo>
                  <a:pt x="1830457" y="3366588"/>
                </a:lnTo>
                <a:lnTo>
                  <a:pt x="1938130" y="3229616"/>
                </a:lnTo>
                <a:lnTo>
                  <a:pt x="2045804" y="3070953"/>
                </a:lnTo>
                <a:lnTo>
                  <a:pt x="2153478" y="2891003"/>
                </a:lnTo>
                <a:lnTo>
                  <a:pt x="2261152" y="2691354"/>
                </a:lnTo>
                <a:lnTo>
                  <a:pt x="2368826" y="2474930"/>
                </a:lnTo>
                <a:lnTo>
                  <a:pt x="2476500" y="2246049"/>
                </a:lnTo>
                <a:lnTo>
                  <a:pt x="2584174" y="2010380"/>
                </a:lnTo>
                <a:lnTo>
                  <a:pt x="2691848" y="1774784"/>
                </a:lnTo>
                <a:lnTo>
                  <a:pt x="2799522" y="1547030"/>
                </a:lnTo>
                <a:lnTo>
                  <a:pt x="2907196" y="1335390"/>
                </a:lnTo>
                <a:lnTo>
                  <a:pt x="3014870" y="1148163"/>
                </a:lnTo>
                <a:lnTo>
                  <a:pt x="3122543" y="993135"/>
                </a:lnTo>
                <a:lnTo>
                  <a:pt x="3230217" y="877044"/>
                </a:lnTo>
                <a:lnTo>
                  <a:pt x="3337891" y="805089"/>
                </a:lnTo>
                <a:lnTo>
                  <a:pt x="3445565" y="780538"/>
                </a:lnTo>
                <a:lnTo>
                  <a:pt x="3553239" y="804473"/>
                </a:lnTo>
                <a:lnTo>
                  <a:pt x="3660913" y="875692"/>
                </a:lnTo>
                <a:lnTo>
                  <a:pt x="3768587" y="990789"/>
                </a:lnTo>
                <a:lnTo>
                  <a:pt x="3876261" y="1144394"/>
                </a:lnTo>
                <a:lnTo>
                  <a:pt x="3983935" y="1329545"/>
                </a:lnTo>
                <a:lnTo>
                  <a:pt x="4091609" y="1538159"/>
                </a:lnTo>
                <a:lnTo>
                  <a:pt x="4199283" y="1761542"/>
                </a:lnTo>
                <a:lnTo>
                  <a:pt x="4306957" y="1990898"/>
                </a:lnTo>
                <a:lnTo>
                  <a:pt x="4414630" y="2217786"/>
                </a:lnTo>
                <a:lnTo>
                  <a:pt x="4522304" y="2434485"/>
                </a:lnTo>
                <a:lnTo>
                  <a:pt x="4629978" y="2634257"/>
                </a:lnTo>
                <a:lnTo>
                  <a:pt x="4737652" y="2811480"/>
                </a:lnTo>
                <a:lnTo>
                  <a:pt x="4845326" y="2961687"/>
                </a:lnTo>
                <a:lnTo>
                  <a:pt x="4953000" y="3081498"/>
                </a:lnTo>
                <a:lnTo>
                  <a:pt x="5060674" y="3168501"/>
                </a:lnTo>
                <a:lnTo>
                  <a:pt x="5168348" y="3221094"/>
                </a:lnTo>
                <a:lnTo>
                  <a:pt x="5276022" y="3238334"/>
                </a:lnTo>
                <a:lnTo>
                  <a:pt x="5383696" y="3219812"/>
                </a:lnTo>
                <a:lnTo>
                  <a:pt x="5491370" y="3165580"/>
                </a:lnTo>
                <a:lnTo>
                  <a:pt x="5599043" y="3076129"/>
                </a:lnTo>
                <a:lnTo>
                  <a:pt x="5706717" y="2952443"/>
                </a:lnTo>
                <a:lnTo>
                  <a:pt x="5814391" y="2796087"/>
                </a:lnTo>
                <a:lnTo>
                  <a:pt x="5922065" y="2609344"/>
                </a:lnTo>
                <a:lnTo>
                  <a:pt x="6029739" y="2395349"/>
                </a:lnTo>
                <a:lnTo>
                  <a:pt x="6137413" y="2158216"/>
                </a:lnTo>
                <a:lnTo>
                  <a:pt x="6245087" y="1903110"/>
                </a:lnTo>
                <a:lnTo>
                  <a:pt x="6352761" y="1636258"/>
                </a:lnTo>
                <a:lnTo>
                  <a:pt x="6460435" y="1364861"/>
                </a:lnTo>
                <a:lnTo>
                  <a:pt x="6568109" y="1096921"/>
                </a:lnTo>
                <a:lnTo>
                  <a:pt x="6675783" y="840958"/>
                </a:lnTo>
                <a:lnTo>
                  <a:pt x="6783457" y="605657"/>
                </a:lnTo>
                <a:lnTo>
                  <a:pt x="6891130" y="399438"/>
                </a:lnTo>
                <a:lnTo>
                  <a:pt x="6998804" y="230013"/>
                </a:lnTo>
                <a:lnTo>
                  <a:pt x="7106478" y="103937"/>
                </a:lnTo>
                <a:lnTo>
                  <a:pt x="7214152" y="26218"/>
                </a:lnTo>
                <a:lnTo>
                  <a:pt x="7321826" y="0"/>
                </a:lnTo>
                <a:lnTo>
                  <a:pt x="7429500" y="26366"/>
                </a:lnTo>
                <a:lnTo>
                  <a:pt x="7537174" y="104272"/>
                </a:lnTo>
                <a:lnTo>
                  <a:pt x="7644848" y="230622"/>
                </a:lnTo>
                <a:lnTo>
                  <a:pt x="7752522" y="400474"/>
                </a:lnTo>
                <a:lnTo>
                  <a:pt x="7860196" y="607365"/>
                </a:lnTo>
                <a:lnTo>
                  <a:pt x="7967870" y="843716"/>
                </a:lnTo>
                <a:lnTo>
                  <a:pt x="8075543" y="1101297"/>
                </a:lnTo>
                <a:lnTo>
                  <a:pt x="8183217" y="1371694"/>
                </a:lnTo>
                <a:lnTo>
                  <a:pt x="8290891" y="1646760"/>
                </a:lnTo>
                <a:lnTo>
                  <a:pt x="8398565" y="1918999"/>
                </a:lnTo>
                <a:lnTo>
                  <a:pt x="8506239" y="2181883"/>
                </a:lnTo>
                <a:lnTo>
                  <a:pt x="8613913" y="2430054"/>
                </a:lnTo>
                <a:lnTo>
                  <a:pt x="8721587" y="2659447"/>
                </a:lnTo>
                <a:lnTo>
                  <a:pt x="8829261" y="2867298"/>
                </a:lnTo>
                <a:lnTo>
                  <a:pt x="8936935" y="3052085"/>
                </a:lnTo>
                <a:lnTo>
                  <a:pt x="9044609" y="3213393"/>
                </a:lnTo>
                <a:lnTo>
                  <a:pt x="9152283" y="3351736"/>
                </a:lnTo>
                <a:lnTo>
                  <a:pt x="9259957" y="3468364"/>
                </a:lnTo>
                <a:lnTo>
                  <a:pt x="9367630" y="3565049"/>
                </a:lnTo>
                <a:lnTo>
                  <a:pt x="9475304" y="3643895"/>
                </a:lnTo>
                <a:lnTo>
                  <a:pt x="9582978" y="3707164"/>
                </a:lnTo>
                <a:lnTo>
                  <a:pt x="9690652" y="3757132"/>
                </a:lnTo>
                <a:lnTo>
                  <a:pt x="9798326" y="3795984"/>
                </a:lnTo>
                <a:lnTo>
                  <a:pt x="9906000" y="3825727"/>
                </a:lnTo>
                <a:lnTo>
                  <a:pt x="9906000" y="3905250"/>
                </a:lnTo>
                <a:close/>
              </a:path>
            </a:pathLst>
          </a:custGeom>
          <a:solidFill>
            <a:srgbClr val="DBE7F3">
              <a:alpha val="70000"/>
            </a:srgbClr>
          </a:solidFill>
          <a:ln w="9525">
            <a:solidFill>
              <a:srgbClr val="BCD0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Forme libre 30">
            <a:extLst>
              <a:ext uri="{FF2B5EF4-FFF2-40B4-BE49-F238E27FC236}">
                <a16:creationId xmlns:a16="http://schemas.microsoft.com/office/drawing/2014/main" id="{55482701-EB9C-48BF-A237-901A70F08ACD}"/>
              </a:ext>
            </a:extLst>
          </p:cNvPr>
          <p:cNvSpPr>
            <a:spLocks noGrp="1"/>
          </p:cNvSpPr>
          <p:nvPr/>
        </p:nvSpPr>
        <p:spPr>
          <a:xfrm>
            <a:off x="1047750" y="2305150"/>
            <a:ext cx="9906000" cy="3124100"/>
          </a:xfrm>
          <a:custGeom>
            <a:avLst/>
            <a:gdLst/>
            <a:ahLst/>
            <a:cxnLst/>
            <a:rect l="0" t="0" r="0" b="0"/>
            <a:pathLst>
              <a:path w="9906000" h="3124100">
                <a:moveTo>
                  <a:pt x="0" y="3123052"/>
                </a:moveTo>
                <a:lnTo>
                  <a:pt x="107674" y="3122385"/>
                </a:lnTo>
                <a:lnTo>
                  <a:pt x="215348" y="3121339"/>
                </a:lnTo>
                <a:lnTo>
                  <a:pt x="323022" y="3119722"/>
                </a:lnTo>
                <a:lnTo>
                  <a:pt x="430696" y="3117266"/>
                </a:lnTo>
                <a:lnTo>
                  <a:pt x="538370" y="3113598"/>
                </a:lnTo>
                <a:lnTo>
                  <a:pt x="646043" y="3108210"/>
                </a:lnTo>
                <a:lnTo>
                  <a:pt x="753717" y="3100433"/>
                </a:lnTo>
                <a:lnTo>
                  <a:pt x="861391" y="3089394"/>
                </a:lnTo>
                <a:lnTo>
                  <a:pt x="969065" y="3073996"/>
                </a:lnTo>
                <a:lnTo>
                  <a:pt x="1076739" y="3052889"/>
                </a:lnTo>
                <a:lnTo>
                  <a:pt x="1184413" y="3024457"/>
                </a:lnTo>
                <a:lnTo>
                  <a:pt x="1292087" y="2986836"/>
                </a:lnTo>
                <a:lnTo>
                  <a:pt x="1399761" y="2937943"/>
                </a:lnTo>
                <a:lnTo>
                  <a:pt x="1507435" y="2875548"/>
                </a:lnTo>
                <a:lnTo>
                  <a:pt x="1615109" y="2797385"/>
                </a:lnTo>
                <a:lnTo>
                  <a:pt x="1722783" y="2701299"/>
                </a:lnTo>
                <a:lnTo>
                  <a:pt x="1830457" y="2585437"/>
                </a:lnTo>
                <a:lnTo>
                  <a:pt x="1938130" y="2448466"/>
                </a:lnTo>
                <a:lnTo>
                  <a:pt x="2045804" y="2289803"/>
                </a:lnTo>
                <a:lnTo>
                  <a:pt x="2153478" y="2109853"/>
                </a:lnTo>
                <a:lnTo>
                  <a:pt x="2261152" y="1910205"/>
                </a:lnTo>
                <a:lnTo>
                  <a:pt x="2368826" y="1693783"/>
                </a:lnTo>
                <a:lnTo>
                  <a:pt x="2476500" y="1464903"/>
                </a:lnTo>
                <a:lnTo>
                  <a:pt x="2584174" y="1229238"/>
                </a:lnTo>
                <a:lnTo>
                  <a:pt x="2691848" y="993649"/>
                </a:lnTo>
                <a:lnTo>
                  <a:pt x="2799522" y="765906"/>
                </a:lnTo>
                <a:lnTo>
                  <a:pt x="2907196" y="554285"/>
                </a:lnTo>
                <a:lnTo>
                  <a:pt x="3014870" y="367091"/>
                </a:lnTo>
                <a:lnTo>
                  <a:pt x="3122543" y="212119"/>
                </a:lnTo>
                <a:lnTo>
                  <a:pt x="3230217" y="96118"/>
                </a:lnTo>
                <a:lnTo>
                  <a:pt x="3337891" y="24312"/>
                </a:lnTo>
                <a:lnTo>
                  <a:pt x="3445565" y="0"/>
                </a:lnTo>
                <a:lnTo>
                  <a:pt x="3553239" y="24312"/>
                </a:lnTo>
                <a:lnTo>
                  <a:pt x="3660913" y="96118"/>
                </a:lnTo>
                <a:lnTo>
                  <a:pt x="3768587" y="212119"/>
                </a:lnTo>
                <a:lnTo>
                  <a:pt x="3876261" y="367091"/>
                </a:lnTo>
                <a:lnTo>
                  <a:pt x="3983935" y="554285"/>
                </a:lnTo>
                <a:lnTo>
                  <a:pt x="4091609" y="765906"/>
                </a:lnTo>
                <a:lnTo>
                  <a:pt x="4199283" y="993649"/>
                </a:lnTo>
                <a:lnTo>
                  <a:pt x="4306957" y="1229238"/>
                </a:lnTo>
                <a:lnTo>
                  <a:pt x="4414630" y="1464903"/>
                </a:lnTo>
                <a:lnTo>
                  <a:pt x="4522304" y="1693783"/>
                </a:lnTo>
                <a:lnTo>
                  <a:pt x="4629978" y="1910205"/>
                </a:lnTo>
                <a:lnTo>
                  <a:pt x="4737652" y="2109853"/>
                </a:lnTo>
                <a:lnTo>
                  <a:pt x="4845326" y="2289803"/>
                </a:lnTo>
                <a:lnTo>
                  <a:pt x="4953000" y="2448466"/>
                </a:lnTo>
                <a:lnTo>
                  <a:pt x="5060674" y="2585437"/>
                </a:lnTo>
                <a:lnTo>
                  <a:pt x="5168348" y="2701299"/>
                </a:lnTo>
                <a:lnTo>
                  <a:pt x="5276022" y="2797385"/>
                </a:lnTo>
                <a:lnTo>
                  <a:pt x="5383696" y="2875548"/>
                </a:lnTo>
                <a:lnTo>
                  <a:pt x="5491370" y="2937943"/>
                </a:lnTo>
                <a:lnTo>
                  <a:pt x="5599043" y="2986836"/>
                </a:lnTo>
                <a:lnTo>
                  <a:pt x="5706717" y="3024457"/>
                </a:lnTo>
                <a:lnTo>
                  <a:pt x="5814391" y="3052889"/>
                </a:lnTo>
                <a:lnTo>
                  <a:pt x="5922065" y="3073996"/>
                </a:lnTo>
                <a:lnTo>
                  <a:pt x="6029739" y="3089394"/>
                </a:lnTo>
                <a:lnTo>
                  <a:pt x="6137413" y="3100433"/>
                </a:lnTo>
                <a:lnTo>
                  <a:pt x="6245087" y="3108210"/>
                </a:lnTo>
                <a:lnTo>
                  <a:pt x="6352761" y="3113598"/>
                </a:lnTo>
                <a:lnTo>
                  <a:pt x="6460435" y="3117266"/>
                </a:lnTo>
                <a:lnTo>
                  <a:pt x="6568109" y="3119722"/>
                </a:lnTo>
                <a:lnTo>
                  <a:pt x="6675783" y="3121339"/>
                </a:lnTo>
                <a:lnTo>
                  <a:pt x="6783457" y="3122385"/>
                </a:lnTo>
                <a:lnTo>
                  <a:pt x="6891130" y="3123052"/>
                </a:lnTo>
                <a:lnTo>
                  <a:pt x="6998804" y="3123469"/>
                </a:lnTo>
                <a:lnTo>
                  <a:pt x="7106478" y="3123726"/>
                </a:lnTo>
                <a:lnTo>
                  <a:pt x="7214152" y="3123882"/>
                </a:lnTo>
                <a:lnTo>
                  <a:pt x="7321826" y="3123975"/>
                </a:lnTo>
                <a:lnTo>
                  <a:pt x="7429500" y="3124029"/>
                </a:lnTo>
                <a:lnTo>
                  <a:pt x="7537174" y="3124060"/>
                </a:lnTo>
                <a:lnTo>
                  <a:pt x="7644848" y="3124078"/>
                </a:lnTo>
                <a:lnTo>
                  <a:pt x="7752522" y="3124088"/>
                </a:lnTo>
                <a:lnTo>
                  <a:pt x="7860196" y="3124094"/>
                </a:lnTo>
                <a:lnTo>
                  <a:pt x="7967870" y="3124097"/>
                </a:lnTo>
                <a:lnTo>
                  <a:pt x="8075543" y="3124098"/>
                </a:lnTo>
                <a:lnTo>
                  <a:pt x="8183217" y="3124099"/>
                </a:lnTo>
                <a:lnTo>
                  <a:pt x="8290891" y="3124099"/>
                </a:lnTo>
                <a:lnTo>
                  <a:pt x="8398565" y="3124100"/>
                </a:lnTo>
                <a:lnTo>
                  <a:pt x="8506239" y="3124100"/>
                </a:lnTo>
                <a:lnTo>
                  <a:pt x="8613913" y="3124100"/>
                </a:lnTo>
                <a:lnTo>
                  <a:pt x="8721587" y="3124100"/>
                </a:lnTo>
                <a:lnTo>
                  <a:pt x="8829261" y="3124100"/>
                </a:lnTo>
                <a:lnTo>
                  <a:pt x="8936935" y="3124100"/>
                </a:lnTo>
                <a:lnTo>
                  <a:pt x="9044609" y="3124100"/>
                </a:lnTo>
                <a:lnTo>
                  <a:pt x="9152283" y="3124100"/>
                </a:lnTo>
                <a:lnTo>
                  <a:pt x="9259957" y="3124100"/>
                </a:lnTo>
                <a:lnTo>
                  <a:pt x="9367630" y="3124100"/>
                </a:lnTo>
                <a:lnTo>
                  <a:pt x="9475304" y="3124100"/>
                </a:lnTo>
                <a:lnTo>
                  <a:pt x="9582978" y="3124100"/>
                </a:lnTo>
                <a:lnTo>
                  <a:pt x="9690652" y="3124100"/>
                </a:lnTo>
                <a:lnTo>
                  <a:pt x="9798326" y="3124100"/>
                </a:lnTo>
                <a:lnTo>
                  <a:pt x="9906000" y="3124100"/>
                </a:lnTo>
              </a:path>
            </a:pathLst>
          </a:custGeom>
          <a:noFill/>
          <a:ln w="28575">
            <a:solidFill>
              <a:srgbClr val="2F7D6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2" name="Forme libre 31">
            <a:extLst>
              <a:ext uri="{FF2B5EF4-FFF2-40B4-BE49-F238E27FC236}">
                <a16:creationId xmlns:a16="http://schemas.microsoft.com/office/drawing/2014/main" id="{D79CAB80-4DDB-4233-955A-87DD48A78C20}"/>
              </a:ext>
            </a:extLst>
          </p:cNvPr>
          <p:cNvSpPr>
            <a:spLocks noGrp="1"/>
          </p:cNvSpPr>
          <p:nvPr/>
        </p:nvSpPr>
        <p:spPr>
          <a:xfrm>
            <a:off x="1047750" y="1524125"/>
            <a:ext cx="9906000" cy="3905125"/>
          </a:xfrm>
          <a:custGeom>
            <a:avLst/>
            <a:gdLst/>
            <a:ahLst/>
            <a:cxnLst/>
            <a:rect l="0" t="0" r="0" b="0"/>
            <a:pathLst>
              <a:path w="9906000" h="3905125">
                <a:moveTo>
                  <a:pt x="0" y="3905125"/>
                </a:moveTo>
                <a:lnTo>
                  <a:pt x="107674" y="3905125"/>
                </a:lnTo>
                <a:lnTo>
                  <a:pt x="215348" y="3905125"/>
                </a:lnTo>
                <a:lnTo>
                  <a:pt x="323022" y="3905125"/>
                </a:lnTo>
                <a:lnTo>
                  <a:pt x="430696" y="3905125"/>
                </a:lnTo>
                <a:lnTo>
                  <a:pt x="538370" y="3905125"/>
                </a:lnTo>
                <a:lnTo>
                  <a:pt x="646043" y="3905125"/>
                </a:lnTo>
                <a:lnTo>
                  <a:pt x="753717" y="3905125"/>
                </a:lnTo>
                <a:lnTo>
                  <a:pt x="861391" y="3905125"/>
                </a:lnTo>
                <a:lnTo>
                  <a:pt x="969065" y="3905125"/>
                </a:lnTo>
                <a:lnTo>
                  <a:pt x="1076739" y="3905125"/>
                </a:lnTo>
                <a:lnTo>
                  <a:pt x="1184413" y="3905125"/>
                </a:lnTo>
                <a:lnTo>
                  <a:pt x="1292087" y="3905125"/>
                </a:lnTo>
                <a:lnTo>
                  <a:pt x="1399761" y="3905125"/>
                </a:lnTo>
                <a:lnTo>
                  <a:pt x="1507435" y="3905125"/>
                </a:lnTo>
                <a:lnTo>
                  <a:pt x="1615109" y="3905125"/>
                </a:lnTo>
                <a:lnTo>
                  <a:pt x="1722783" y="3905125"/>
                </a:lnTo>
                <a:lnTo>
                  <a:pt x="1830457" y="3905125"/>
                </a:lnTo>
                <a:lnTo>
                  <a:pt x="1938130" y="3905125"/>
                </a:lnTo>
                <a:lnTo>
                  <a:pt x="2045804" y="3905124"/>
                </a:lnTo>
                <a:lnTo>
                  <a:pt x="2153478" y="3905124"/>
                </a:lnTo>
                <a:lnTo>
                  <a:pt x="2261152" y="3905124"/>
                </a:lnTo>
                <a:lnTo>
                  <a:pt x="2368826" y="3905122"/>
                </a:lnTo>
                <a:lnTo>
                  <a:pt x="2476500" y="3905120"/>
                </a:lnTo>
                <a:lnTo>
                  <a:pt x="2584174" y="3905117"/>
                </a:lnTo>
                <a:lnTo>
                  <a:pt x="2691848" y="3905110"/>
                </a:lnTo>
                <a:lnTo>
                  <a:pt x="2799522" y="3905099"/>
                </a:lnTo>
                <a:lnTo>
                  <a:pt x="2907196" y="3905080"/>
                </a:lnTo>
                <a:lnTo>
                  <a:pt x="3014870" y="3905046"/>
                </a:lnTo>
                <a:lnTo>
                  <a:pt x="3122543" y="3904991"/>
                </a:lnTo>
                <a:lnTo>
                  <a:pt x="3230217" y="3904900"/>
                </a:lnTo>
                <a:lnTo>
                  <a:pt x="3337891" y="3904751"/>
                </a:lnTo>
                <a:lnTo>
                  <a:pt x="3445565" y="3904513"/>
                </a:lnTo>
                <a:lnTo>
                  <a:pt x="3553239" y="3904136"/>
                </a:lnTo>
                <a:lnTo>
                  <a:pt x="3660913" y="3903549"/>
                </a:lnTo>
                <a:lnTo>
                  <a:pt x="3768587" y="3902646"/>
                </a:lnTo>
                <a:lnTo>
                  <a:pt x="3876261" y="3901277"/>
                </a:lnTo>
                <a:lnTo>
                  <a:pt x="3983935" y="3899235"/>
                </a:lnTo>
                <a:lnTo>
                  <a:pt x="4091609" y="3896228"/>
                </a:lnTo>
                <a:lnTo>
                  <a:pt x="4199283" y="3891868"/>
                </a:lnTo>
                <a:lnTo>
                  <a:pt x="4306957" y="3885635"/>
                </a:lnTo>
                <a:lnTo>
                  <a:pt x="4414630" y="3876858"/>
                </a:lnTo>
                <a:lnTo>
                  <a:pt x="4522304" y="3864677"/>
                </a:lnTo>
                <a:lnTo>
                  <a:pt x="4629978" y="3848026"/>
                </a:lnTo>
                <a:lnTo>
                  <a:pt x="4737652" y="3825602"/>
                </a:lnTo>
                <a:lnTo>
                  <a:pt x="4845326" y="3795859"/>
                </a:lnTo>
                <a:lnTo>
                  <a:pt x="4953000" y="3757007"/>
                </a:lnTo>
                <a:lnTo>
                  <a:pt x="5060674" y="3707038"/>
                </a:lnTo>
                <a:lnTo>
                  <a:pt x="5168348" y="3643770"/>
                </a:lnTo>
                <a:lnTo>
                  <a:pt x="5276022" y="3564924"/>
                </a:lnTo>
                <a:lnTo>
                  <a:pt x="5383696" y="3468239"/>
                </a:lnTo>
                <a:lnTo>
                  <a:pt x="5491370" y="3351611"/>
                </a:lnTo>
                <a:lnTo>
                  <a:pt x="5599043" y="3213267"/>
                </a:lnTo>
                <a:lnTo>
                  <a:pt x="5706717" y="3051960"/>
                </a:lnTo>
                <a:lnTo>
                  <a:pt x="5814391" y="2867173"/>
                </a:lnTo>
                <a:lnTo>
                  <a:pt x="5922065" y="2659322"/>
                </a:lnTo>
                <a:lnTo>
                  <a:pt x="6029739" y="2429929"/>
                </a:lnTo>
                <a:lnTo>
                  <a:pt x="6137413" y="2181758"/>
                </a:lnTo>
                <a:lnTo>
                  <a:pt x="6245087" y="1918874"/>
                </a:lnTo>
                <a:lnTo>
                  <a:pt x="6352761" y="1646635"/>
                </a:lnTo>
                <a:lnTo>
                  <a:pt x="6460435" y="1371570"/>
                </a:lnTo>
                <a:lnTo>
                  <a:pt x="6568109" y="1101174"/>
                </a:lnTo>
                <a:lnTo>
                  <a:pt x="6675783" y="843594"/>
                </a:lnTo>
                <a:lnTo>
                  <a:pt x="6783457" y="607246"/>
                </a:lnTo>
                <a:lnTo>
                  <a:pt x="6891130" y="400361"/>
                </a:lnTo>
                <a:lnTo>
                  <a:pt x="6998804" y="230518"/>
                </a:lnTo>
                <a:lnTo>
                  <a:pt x="7106478" y="104186"/>
                </a:lnTo>
                <a:lnTo>
                  <a:pt x="7214152" y="26311"/>
                </a:lnTo>
                <a:lnTo>
                  <a:pt x="7321826" y="0"/>
                </a:lnTo>
                <a:lnTo>
                  <a:pt x="7429500" y="26311"/>
                </a:lnTo>
                <a:lnTo>
                  <a:pt x="7537174" y="104186"/>
                </a:lnTo>
                <a:lnTo>
                  <a:pt x="7644848" y="230518"/>
                </a:lnTo>
                <a:lnTo>
                  <a:pt x="7752522" y="400361"/>
                </a:lnTo>
                <a:lnTo>
                  <a:pt x="7860196" y="607246"/>
                </a:lnTo>
                <a:lnTo>
                  <a:pt x="7967870" y="843594"/>
                </a:lnTo>
                <a:lnTo>
                  <a:pt x="8075543" y="1101174"/>
                </a:lnTo>
                <a:lnTo>
                  <a:pt x="8183217" y="1371570"/>
                </a:lnTo>
                <a:lnTo>
                  <a:pt x="8290891" y="1646635"/>
                </a:lnTo>
                <a:lnTo>
                  <a:pt x="8398565" y="1918874"/>
                </a:lnTo>
                <a:lnTo>
                  <a:pt x="8506239" y="2181758"/>
                </a:lnTo>
                <a:lnTo>
                  <a:pt x="8613913" y="2429929"/>
                </a:lnTo>
                <a:lnTo>
                  <a:pt x="8721587" y="2659322"/>
                </a:lnTo>
                <a:lnTo>
                  <a:pt x="8829261" y="2867173"/>
                </a:lnTo>
                <a:lnTo>
                  <a:pt x="8936935" y="3051960"/>
                </a:lnTo>
                <a:lnTo>
                  <a:pt x="9044609" y="3213267"/>
                </a:lnTo>
                <a:lnTo>
                  <a:pt x="9152283" y="3351611"/>
                </a:lnTo>
                <a:lnTo>
                  <a:pt x="9259957" y="3468239"/>
                </a:lnTo>
                <a:lnTo>
                  <a:pt x="9367630" y="3564924"/>
                </a:lnTo>
                <a:lnTo>
                  <a:pt x="9475304" y="3643770"/>
                </a:lnTo>
                <a:lnTo>
                  <a:pt x="9582978" y="3707038"/>
                </a:lnTo>
                <a:lnTo>
                  <a:pt x="9690652" y="3757007"/>
                </a:lnTo>
                <a:lnTo>
                  <a:pt x="9798326" y="3795859"/>
                </a:lnTo>
                <a:lnTo>
                  <a:pt x="9906000" y="3825602"/>
                </a:lnTo>
              </a:path>
            </a:pathLst>
          </a:custGeom>
          <a:noFill/>
          <a:ln w="28575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914A7CA3-E994-41C3-B0C4-559949D78262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9906000" cy="3904202"/>
          </a:xfrm>
          <a:custGeom>
            <a:avLst/>
            <a:gdLst/>
            <a:ahLst/>
            <a:cxnLst/>
            <a:rect l="0" t="0" r="0" b="0"/>
            <a:pathLst>
              <a:path w="9906000" h="3904202">
                <a:moveTo>
                  <a:pt x="0" y="3904202"/>
                </a:moveTo>
                <a:lnTo>
                  <a:pt x="107674" y="3903536"/>
                </a:lnTo>
                <a:lnTo>
                  <a:pt x="215348" y="3902489"/>
                </a:lnTo>
                <a:lnTo>
                  <a:pt x="323022" y="3900872"/>
                </a:lnTo>
                <a:lnTo>
                  <a:pt x="430696" y="3898416"/>
                </a:lnTo>
                <a:lnTo>
                  <a:pt x="538370" y="3894748"/>
                </a:lnTo>
                <a:lnTo>
                  <a:pt x="646043" y="3889361"/>
                </a:lnTo>
                <a:lnTo>
                  <a:pt x="753717" y="3881583"/>
                </a:lnTo>
                <a:lnTo>
                  <a:pt x="861391" y="3870544"/>
                </a:lnTo>
                <a:lnTo>
                  <a:pt x="969065" y="3855147"/>
                </a:lnTo>
                <a:lnTo>
                  <a:pt x="1076739" y="3834039"/>
                </a:lnTo>
                <a:lnTo>
                  <a:pt x="1184413" y="3805607"/>
                </a:lnTo>
                <a:lnTo>
                  <a:pt x="1292087" y="3767987"/>
                </a:lnTo>
                <a:lnTo>
                  <a:pt x="1399761" y="3719093"/>
                </a:lnTo>
                <a:lnTo>
                  <a:pt x="1507435" y="3656698"/>
                </a:lnTo>
                <a:lnTo>
                  <a:pt x="1615109" y="3578535"/>
                </a:lnTo>
                <a:lnTo>
                  <a:pt x="1722783" y="3482449"/>
                </a:lnTo>
                <a:lnTo>
                  <a:pt x="1830457" y="3366588"/>
                </a:lnTo>
                <a:lnTo>
                  <a:pt x="1938130" y="3229616"/>
                </a:lnTo>
                <a:lnTo>
                  <a:pt x="2045804" y="3070953"/>
                </a:lnTo>
                <a:lnTo>
                  <a:pt x="2153478" y="2891003"/>
                </a:lnTo>
                <a:lnTo>
                  <a:pt x="2261152" y="2691354"/>
                </a:lnTo>
                <a:lnTo>
                  <a:pt x="2368826" y="2474930"/>
                </a:lnTo>
                <a:lnTo>
                  <a:pt x="2476500" y="2246049"/>
                </a:lnTo>
                <a:lnTo>
                  <a:pt x="2584174" y="2010380"/>
                </a:lnTo>
                <a:lnTo>
                  <a:pt x="2691848" y="1774784"/>
                </a:lnTo>
                <a:lnTo>
                  <a:pt x="2799522" y="1547030"/>
                </a:lnTo>
                <a:lnTo>
                  <a:pt x="2907196" y="1335390"/>
                </a:lnTo>
                <a:lnTo>
                  <a:pt x="3014870" y="1148163"/>
                </a:lnTo>
                <a:lnTo>
                  <a:pt x="3122543" y="993135"/>
                </a:lnTo>
                <a:lnTo>
                  <a:pt x="3230217" y="877044"/>
                </a:lnTo>
                <a:lnTo>
                  <a:pt x="3337891" y="805089"/>
                </a:lnTo>
                <a:lnTo>
                  <a:pt x="3445565" y="780538"/>
                </a:lnTo>
                <a:lnTo>
                  <a:pt x="3553239" y="804473"/>
                </a:lnTo>
                <a:lnTo>
                  <a:pt x="3660913" y="875692"/>
                </a:lnTo>
                <a:lnTo>
                  <a:pt x="3768587" y="990789"/>
                </a:lnTo>
                <a:lnTo>
                  <a:pt x="3876261" y="1144394"/>
                </a:lnTo>
                <a:lnTo>
                  <a:pt x="3983935" y="1329545"/>
                </a:lnTo>
                <a:lnTo>
                  <a:pt x="4091609" y="1538159"/>
                </a:lnTo>
                <a:lnTo>
                  <a:pt x="4199283" y="1761542"/>
                </a:lnTo>
                <a:lnTo>
                  <a:pt x="4306957" y="1990898"/>
                </a:lnTo>
                <a:lnTo>
                  <a:pt x="4414630" y="2217786"/>
                </a:lnTo>
                <a:lnTo>
                  <a:pt x="4522304" y="2434485"/>
                </a:lnTo>
                <a:lnTo>
                  <a:pt x="4629978" y="2634257"/>
                </a:lnTo>
                <a:lnTo>
                  <a:pt x="4737652" y="2811480"/>
                </a:lnTo>
                <a:lnTo>
                  <a:pt x="4845326" y="2961687"/>
                </a:lnTo>
                <a:lnTo>
                  <a:pt x="4953000" y="3081498"/>
                </a:lnTo>
                <a:lnTo>
                  <a:pt x="5060674" y="3168501"/>
                </a:lnTo>
                <a:lnTo>
                  <a:pt x="5168348" y="3221094"/>
                </a:lnTo>
                <a:lnTo>
                  <a:pt x="5276022" y="3238334"/>
                </a:lnTo>
                <a:lnTo>
                  <a:pt x="5383696" y="3219812"/>
                </a:lnTo>
                <a:lnTo>
                  <a:pt x="5491370" y="3165580"/>
                </a:lnTo>
                <a:lnTo>
                  <a:pt x="5599043" y="3076129"/>
                </a:lnTo>
                <a:lnTo>
                  <a:pt x="5706717" y="2952443"/>
                </a:lnTo>
                <a:lnTo>
                  <a:pt x="5814391" y="2796087"/>
                </a:lnTo>
                <a:lnTo>
                  <a:pt x="5922065" y="2609344"/>
                </a:lnTo>
                <a:lnTo>
                  <a:pt x="6029739" y="2395349"/>
                </a:lnTo>
                <a:lnTo>
                  <a:pt x="6137413" y="2158216"/>
                </a:lnTo>
                <a:lnTo>
                  <a:pt x="6245087" y="1903110"/>
                </a:lnTo>
                <a:lnTo>
                  <a:pt x="6352761" y="1636258"/>
                </a:lnTo>
                <a:lnTo>
                  <a:pt x="6460435" y="1364861"/>
                </a:lnTo>
                <a:lnTo>
                  <a:pt x="6568109" y="1096921"/>
                </a:lnTo>
                <a:lnTo>
                  <a:pt x="6675783" y="840958"/>
                </a:lnTo>
                <a:lnTo>
                  <a:pt x="6783457" y="605657"/>
                </a:lnTo>
                <a:lnTo>
                  <a:pt x="6891130" y="399438"/>
                </a:lnTo>
                <a:lnTo>
                  <a:pt x="6998804" y="230013"/>
                </a:lnTo>
                <a:lnTo>
                  <a:pt x="7106478" y="103937"/>
                </a:lnTo>
                <a:lnTo>
                  <a:pt x="7214152" y="26218"/>
                </a:lnTo>
                <a:lnTo>
                  <a:pt x="7321826" y="0"/>
                </a:lnTo>
                <a:lnTo>
                  <a:pt x="7429500" y="26366"/>
                </a:lnTo>
                <a:lnTo>
                  <a:pt x="7537174" y="104272"/>
                </a:lnTo>
                <a:lnTo>
                  <a:pt x="7644848" y="230622"/>
                </a:lnTo>
                <a:lnTo>
                  <a:pt x="7752522" y="400474"/>
                </a:lnTo>
                <a:lnTo>
                  <a:pt x="7860196" y="607365"/>
                </a:lnTo>
                <a:lnTo>
                  <a:pt x="7967870" y="843716"/>
                </a:lnTo>
                <a:lnTo>
                  <a:pt x="8075543" y="1101297"/>
                </a:lnTo>
                <a:lnTo>
                  <a:pt x="8183217" y="1371694"/>
                </a:lnTo>
                <a:lnTo>
                  <a:pt x="8290891" y="1646760"/>
                </a:lnTo>
                <a:lnTo>
                  <a:pt x="8398565" y="1918999"/>
                </a:lnTo>
                <a:lnTo>
                  <a:pt x="8506239" y="2181883"/>
                </a:lnTo>
                <a:lnTo>
                  <a:pt x="8613913" y="2430054"/>
                </a:lnTo>
                <a:lnTo>
                  <a:pt x="8721587" y="2659447"/>
                </a:lnTo>
                <a:lnTo>
                  <a:pt x="8829261" y="2867298"/>
                </a:lnTo>
                <a:lnTo>
                  <a:pt x="8936935" y="3052085"/>
                </a:lnTo>
                <a:lnTo>
                  <a:pt x="9044609" y="3213393"/>
                </a:lnTo>
                <a:lnTo>
                  <a:pt x="9152283" y="3351736"/>
                </a:lnTo>
                <a:lnTo>
                  <a:pt x="9259957" y="3468364"/>
                </a:lnTo>
                <a:lnTo>
                  <a:pt x="9367630" y="3565049"/>
                </a:lnTo>
                <a:lnTo>
                  <a:pt x="9475304" y="3643895"/>
                </a:lnTo>
                <a:lnTo>
                  <a:pt x="9582978" y="3707164"/>
                </a:lnTo>
                <a:lnTo>
                  <a:pt x="9690652" y="3757132"/>
                </a:lnTo>
                <a:lnTo>
                  <a:pt x="9798326" y="3795984"/>
                </a:lnTo>
                <a:lnTo>
                  <a:pt x="9906000" y="3825727"/>
                </a:lnTo>
              </a:path>
            </a:pathLst>
          </a:custGeom>
          <a:noFill/>
          <a:ln w="381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79F6AF-BA50-41E3-A561-4D5AC16F1200}"/>
              </a:ext>
            </a:extLst>
          </p:cNvPr>
          <p:cNvSpPr>
            <a:spLocks noGrp="1"/>
          </p:cNvSpPr>
          <p:nvPr/>
        </p:nvSpPr>
        <p:spPr>
          <a:xfrm rot="-5400000">
            <a:off x="73144" y="2848088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0F172A"/>
                </a:solidFill>
              </a:defRPr>
            </a:pPr>
            <a:r>
              <a:rPr sz="1350" b="0" i="0" dirty="0">
                <a:solidFill>
                  <a:srgbClr val="0F172A"/>
                </a:solidFill>
              </a:rPr>
              <a:t>relative trip share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F5651E-5522-46B0-A32E-518C6A873747}"/>
              </a:ext>
            </a:extLst>
          </p:cNvPr>
          <p:cNvSpPr>
            <a:spLocks noGrp="1"/>
          </p:cNvSpPr>
          <p:nvPr/>
        </p:nvSpPr>
        <p:spPr>
          <a:xfrm>
            <a:off x="5334000" y="58483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hour of day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689BF0-D2F2-45D9-94E2-239621455367}"/>
              </a:ext>
            </a:extLst>
          </p:cNvPr>
          <p:cNvSpPr>
            <a:spLocks noGrp="1"/>
          </p:cNvSpPr>
          <p:nvPr/>
        </p:nvSpPr>
        <p:spPr>
          <a:xfrm>
            <a:off x="3549098" y="946364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0F172A"/>
                </a:solidFill>
              </a:defRPr>
            </a:pPr>
            <a:r>
              <a:rPr sz="1800" b="1" i="0" dirty="0">
                <a:solidFill>
                  <a:srgbClr val="0F172A"/>
                </a:solidFill>
              </a:rPr>
              <a:t>Schematic two-Gaussian daily profile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9A369D-C6B9-4483-8C63-C9E75947A743}"/>
              </a:ext>
            </a:extLst>
          </p:cNvPr>
          <p:cNvSpPr>
            <a:spLocks noGrp="1"/>
          </p:cNvSpPr>
          <p:nvPr/>
        </p:nvSpPr>
        <p:spPr>
          <a:xfrm>
            <a:off x="1601542" y="1290771"/>
            <a:ext cx="323850" cy="133350"/>
          </a:xfrm>
          <a:prstGeom prst="rect">
            <a:avLst/>
          </a:prstGeom>
          <a:solidFill>
            <a:srgbClr val="DBE7F3"/>
          </a:solidFill>
          <a:ln w="9525">
            <a:solidFill>
              <a:srgbClr val="BCD0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0B6554-A467-42C3-8A18-B3CC495F15D0}"/>
              </a:ext>
            </a:extLst>
          </p:cNvPr>
          <p:cNvSpPr>
            <a:spLocks noGrp="1"/>
          </p:cNvSpPr>
          <p:nvPr/>
        </p:nvSpPr>
        <p:spPr>
          <a:xfrm>
            <a:off x="2020642" y="1252671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normalised daily share</a:t>
            </a:r>
          </a:p>
        </p:txBody>
      </p:sp>
      <p:sp>
        <p:nvSpPr>
          <p:cNvPr id="39" name="Forme libre 38">
            <a:extLst>
              <a:ext uri="{FF2B5EF4-FFF2-40B4-BE49-F238E27FC236}">
                <a16:creationId xmlns:a16="http://schemas.microsoft.com/office/drawing/2014/main" id="{B2A78DF5-4B97-4DEA-A603-B9ABDB4D4E98}"/>
              </a:ext>
            </a:extLst>
          </p:cNvPr>
          <p:cNvSpPr>
            <a:spLocks noGrp="1"/>
          </p:cNvSpPr>
          <p:nvPr/>
        </p:nvSpPr>
        <p:spPr>
          <a:xfrm>
            <a:off x="4935292" y="1357446"/>
            <a:ext cx="476250" cy="9525"/>
          </a:xfrm>
          <a:custGeom>
            <a:avLst/>
            <a:gdLst/>
            <a:ahLst/>
            <a:cxnLst/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2F7D6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2654D6-FE9E-499C-8803-5827F95EB1BB}"/>
              </a:ext>
            </a:extLst>
          </p:cNvPr>
          <p:cNvSpPr>
            <a:spLocks noGrp="1"/>
          </p:cNvSpPr>
          <p:nvPr/>
        </p:nvSpPr>
        <p:spPr>
          <a:xfrm>
            <a:off x="5506792" y="1252671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rPr sz="1200" b="0" i="0" dirty="0">
                <a:solidFill>
                  <a:srgbClr val="0F172A"/>
                </a:solidFill>
              </a:rPr>
              <a:t>morning component</a:t>
            </a:r>
          </a:p>
        </p:txBody>
      </p:sp>
      <p:sp>
        <p:nvSpPr>
          <p:cNvPr id="41" name="Forme libre 40">
            <a:extLst>
              <a:ext uri="{FF2B5EF4-FFF2-40B4-BE49-F238E27FC236}">
                <a16:creationId xmlns:a16="http://schemas.microsoft.com/office/drawing/2014/main" id="{B1066792-7F8F-4447-B909-53510B06F59F}"/>
              </a:ext>
            </a:extLst>
          </p:cNvPr>
          <p:cNvSpPr>
            <a:spLocks noGrp="1"/>
          </p:cNvSpPr>
          <p:nvPr/>
        </p:nvSpPr>
        <p:spPr>
          <a:xfrm>
            <a:off x="7697542" y="1357446"/>
            <a:ext cx="476250" cy="9525"/>
          </a:xfrm>
          <a:custGeom>
            <a:avLst/>
            <a:gdLst/>
            <a:ahLst/>
            <a:cxnLst/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07AFAA-DE80-47BD-9DB2-F5FBAABCAC18}"/>
              </a:ext>
            </a:extLst>
          </p:cNvPr>
          <p:cNvSpPr>
            <a:spLocks noGrp="1"/>
          </p:cNvSpPr>
          <p:nvPr/>
        </p:nvSpPr>
        <p:spPr>
          <a:xfrm>
            <a:off x="8269042" y="1252671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rPr sz="1200" b="0" i="0" dirty="0">
                <a:solidFill>
                  <a:srgbClr val="0F172A"/>
                </a:solidFill>
              </a:rPr>
              <a:t>evening component</a:t>
            </a:r>
          </a:p>
        </p:txBody>
      </p:sp>
      <p:sp>
        <p:nvSpPr>
          <p:cNvPr id="43" name="Forme libre 42">
            <a:extLst>
              <a:ext uri="{FF2B5EF4-FFF2-40B4-BE49-F238E27FC236}">
                <a16:creationId xmlns:a16="http://schemas.microsoft.com/office/drawing/2014/main" id="{8DDE4398-ABC2-46A5-A535-08F413A80E73}"/>
              </a:ext>
            </a:extLst>
          </p:cNvPr>
          <p:cNvSpPr>
            <a:spLocks noGrp="1"/>
          </p:cNvSpPr>
          <p:nvPr/>
        </p:nvSpPr>
        <p:spPr>
          <a:xfrm flipH="1">
            <a:off x="4460931" y="2326723"/>
            <a:ext cx="45719" cy="3124225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4288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Forme libre 43">
            <a:extLst>
              <a:ext uri="{FF2B5EF4-FFF2-40B4-BE49-F238E27FC236}">
                <a16:creationId xmlns:a16="http://schemas.microsoft.com/office/drawing/2014/main" id="{006EAC4C-97BB-4600-B0CB-20760EFD0BA6}"/>
              </a:ext>
            </a:extLst>
          </p:cNvPr>
          <p:cNvSpPr>
            <a:spLocks noGrp="1"/>
          </p:cNvSpPr>
          <p:nvPr/>
        </p:nvSpPr>
        <p:spPr>
          <a:xfrm>
            <a:off x="8369576" y="1524000"/>
            <a:ext cx="9525" cy="3905250"/>
          </a:xfrm>
          <a:custGeom>
            <a:avLst/>
            <a:gdLst/>
            <a:ahLst/>
            <a:cxnLst/>
            <a:rect l="0" t="0" r="0" b="0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4288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D5C3D93-30F5-47EA-AD62-7DEC3F3F82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52593" y="1657463"/>
                <a:ext cx="1047750" cy="514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275" b="0" i="0">
                    <a:solidFill>
                      <a:srgbClr val="2F7D62"/>
                    </a:solidFill>
                  </a:defRPr>
                </a:pPr>
                <a:r>
                  <a:rPr sz="1275" b="0" i="0" dirty="0">
                    <a:solidFill>
                      <a:srgbClr val="2F7D62"/>
                    </a:solidFill>
                  </a:rPr>
                  <a:t>AM peak</a:t>
                </a:r>
              </a:p>
              <a:p>
                <a:pPr algn="ctr">
                  <a:defRPr sz="1275" b="0" i="0">
                    <a:solidFill>
                      <a:srgbClr val="2F7D62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75" b="0" i="1" smtClean="0">
                              <a:solidFill>
                                <a:srgbClr val="2F7D6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75" b="0" i="1" smtClean="0">
                              <a:solidFill>
                                <a:srgbClr val="2F7D6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275" b="0" i="1" smtClean="0">
                              <a:solidFill>
                                <a:srgbClr val="2F7D62"/>
                              </a:solidFill>
                              <a:latin typeface="Cambria Math" panose="02040503050406030204" pitchFamily="18" charset="0"/>
                            </a:rPr>
                            <m:t>AM</m:t>
                          </m:r>
                        </m:sub>
                      </m:sSub>
                    </m:oMath>
                  </m:oMathPara>
                </a14:m>
                <a:endParaRPr sz="1275" b="0" i="0" dirty="0">
                  <a:solidFill>
                    <a:srgbClr val="2F7D62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D5C3D93-30F5-47EA-AD62-7DEC3F3F8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593" y="1657463"/>
                <a:ext cx="1047750" cy="514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orme libre 45">
            <a:extLst>
              <a:ext uri="{FF2B5EF4-FFF2-40B4-BE49-F238E27FC236}">
                <a16:creationId xmlns:a16="http://schemas.microsoft.com/office/drawing/2014/main" id="{C93688CB-5728-4F37-9EBA-64CB477765A1}"/>
              </a:ext>
            </a:extLst>
          </p:cNvPr>
          <p:cNvSpPr>
            <a:spLocks noGrp="1"/>
          </p:cNvSpPr>
          <p:nvPr/>
        </p:nvSpPr>
        <p:spPr>
          <a:xfrm>
            <a:off x="4062621" y="2009876"/>
            <a:ext cx="421170" cy="272528"/>
          </a:xfrm>
          <a:custGeom>
            <a:avLst/>
            <a:gdLst/>
            <a:ahLst/>
            <a:cxnLst/>
            <a:rect l="0" t="0" r="0" b="0"/>
            <a:pathLst>
              <a:path w="473765" h="546735">
                <a:moveTo>
                  <a:pt x="0" y="0"/>
                </a:moveTo>
                <a:lnTo>
                  <a:pt x="473765" y="546735"/>
                </a:lnTo>
              </a:path>
            </a:pathLst>
          </a:custGeom>
          <a:noFill/>
          <a:ln w="1905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C0D901-B7B4-4945-A44E-66617E96799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699738" y="1511827"/>
                <a:ext cx="1047750" cy="514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275" b="0" i="0">
                    <a:solidFill>
                      <a:srgbClr val="E67E22"/>
                    </a:solidFill>
                  </a:defRPr>
                </a:pPr>
                <a:r>
                  <a:rPr sz="1275" b="0" i="0" dirty="0">
                    <a:solidFill>
                      <a:srgbClr val="E67E22"/>
                    </a:solidFill>
                  </a:rPr>
                  <a:t>PM peak</a:t>
                </a:r>
              </a:p>
              <a:p>
                <a:pPr algn="ctr">
                  <a:defRPr sz="1275" b="0" i="0">
                    <a:solidFill>
                      <a:srgbClr val="E67E22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75" b="0" i="1" smtClean="0">
                              <a:solidFill>
                                <a:srgbClr val="E67E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75" b="0" i="1" smtClean="0">
                              <a:solidFill>
                                <a:srgbClr val="E67E2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275" b="0" i="1" smtClean="0">
                              <a:solidFill>
                                <a:srgbClr val="E67E22"/>
                              </a:solidFill>
                              <a:latin typeface="Cambria Math" panose="02040503050406030204" pitchFamily="18" charset="0"/>
                            </a:rPr>
                            <m:t>PM</m:t>
                          </m:r>
                        </m:sub>
                      </m:sSub>
                    </m:oMath>
                  </m:oMathPara>
                </a14:m>
                <a:endParaRPr sz="1275" b="0" i="0" dirty="0">
                  <a:solidFill>
                    <a:srgbClr val="E67E22"/>
                  </a:solidFill>
                </a:endParaRPr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C0D901-B7B4-4945-A44E-66617E967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738" y="1511827"/>
                <a:ext cx="1047750" cy="5143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orme libre 47">
            <a:extLst>
              <a:ext uri="{FF2B5EF4-FFF2-40B4-BE49-F238E27FC236}">
                <a16:creationId xmlns:a16="http://schemas.microsoft.com/office/drawing/2014/main" id="{5EBB0921-A02D-4E25-B92A-32C04602BA76}"/>
              </a:ext>
            </a:extLst>
          </p:cNvPr>
          <p:cNvSpPr>
            <a:spLocks noGrp="1"/>
          </p:cNvSpPr>
          <p:nvPr/>
        </p:nvSpPr>
        <p:spPr>
          <a:xfrm rot="1379360">
            <a:off x="8315274" y="1637747"/>
            <a:ext cx="616326" cy="140031"/>
          </a:xfrm>
          <a:custGeom>
            <a:avLst/>
            <a:gdLst/>
            <a:ahLst/>
            <a:cxnLst/>
            <a:rect l="0" t="0" r="0" b="0"/>
            <a:pathLst>
              <a:path w="559904" h="9525">
                <a:moveTo>
                  <a:pt x="0" y="0"/>
                </a:moveTo>
                <a:lnTo>
                  <a:pt x="559904" y="0"/>
                </a:lnTo>
              </a:path>
            </a:pathLst>
          </a:cu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FCF574-3BAB-4C82-A540-A9A9FC025863}"/>
              </a:ext>
            </a:extLst>
          </p:cNvPr>
          <p:cNvSpPr>
            <a:spLocks noGrp="1"/>
          </p:cNvSpPr>
          <p:nvPr/>
        </p:nvSpPr>
        <p:spPr>
          <a:xfrm>
            <a:off x="4958696" y="4101513"/>
            <a:ext cx="2659547" cy="323850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  <a:prstDash val="solid"/>
          </a:ln>
        </p:spPr>
        <p:txBody>
          <a:bodyPr/>
          <a:lstStyle/>
          <a:p>
            <a:pPr algn="l">
              <a:defRPr sz="1500" b="0" i="1">
                <a:solidFill>
                  <a:srgbClr val="0F172A"/>
                </a:solidFill>
              </a:defRPr>
            </a:pPr>
            <a:r>
              <a:rPr sz="1500" b="0" i="1" dirty="0">
                <a:solidFill>
                  <a:srgbClr val="0F172A"/>
                </a:solidFill>
              </a:rPr>
              <a:t>pₕ ∝ </a:t>
            </a:r>
            <a:r>
              <a:rPr sz="1500" b="0" i="1" dirty="0" err="1">
                <a:solidFill>
                  <a:srgbClr val="0F172A"/>
                </a:solidFill>
              </a:rPr>
              <a:t>aₘg</a:t>
            </a:r>
            <a:r>
              <a:rPr sz="1500" b="0" i="1" dirty="0">
                <a:solidFill>
                  <a:srgbClr val="0F172A"/>
                </a:solidFill>
              </a:rPr>
              <a:t>(h; </a:t>
            </a:r>
            <a:r>
              <a:rPr sz="1500" b="0" i="1" dirty="0" err="1">
                <a:solidFill>
                  <a:srgbClr val="0F172A"/>
                </a:solidFill>
              </a:rPr>
              <a:t>μ</a:t>
            </a:r>
            <a:r>
              <a:rPr sz="1500" b="0" i="1" dirty="0">
                <a:solidFill>
                  <a:srgbClr val="0F172A"/>
                </a:solidFill>
              </a:rPr>
              <a:t>ₘ, </a:t>
            </a:r>
            <a:r>
              <a:rPr sz="1500" b="0" i="1" dirty="0" err="1">
                <a:solidFill>
                  <a:srgbClr val="0F172A"/>
                </a:solidFill>
              </a:rPr>
              <a:t>σ</a:t>
            </a:r>
            <a:r>
              <a:rPr sz="1500" b="0" i="1" dirty="0">
                <a:solidFill>
                  <a:srgbClr val="0F172A"/>
                </a:solidFill>
              </a:rPr>
              <a:t>) + </a:t>
            </a:r>
            <a:r>
              <a:rPr sz="1500" b="0" i="1" dirty="0" err="1">
                <a:solidFill>
                  <a:srgbClr val="0F172A"/>
                </a:solidFill>
              </a:rPr>
              <a:t>aₑg</a:t>
            </a:r>
            <a:r>
              <a:rPr sz="1500" b="0" i="1" dirty="0">
                <a:solidFill>
                  <a:srgbClr val="0F172A"/>
                </a:solidFill>
              </a:rPr>
              <a:t>(h; </a:t>
            </a:r>
            <a:r>
              <a:rPr sz="1500" b="0" i="1" dirty="0" err="1">
                <a:solidFill>
                  <a:srgbClr val="0F172A"/>
                </a:solidFill>
              </a:rPr>
              <a:t>μ</a:t>
            </a:r>
            <a:r>
              <a:rPr sz="1500" b="0" i="1" dirty="0">
                <a:solidFill>
                  <a:srgbClr val="0F172A"/>
                </a:solidFill>
              </a:rPr>
              <a:t>ₑ, </a:t>
            </a:r>
            <a:r>
              <a:rPr sz="1500" b="0" i="1" dirty="0" err="1">
                <a:solidFill>
                  <a:srgbClr val="0F172A"/>
                </a:solidFill>
              </a:rPr>
              <a:t>σ</a:t>
            </a:r>
            <a:r>
              <a:rPr sz="1500" b="0" i="1" dirty="0">
                <a:solidFill>
                  <a:srgbClr val="0F172A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257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13E788-9CFB-4A69-9221-49F40F03DA6F}"/>
              </a:ext>
            </a:extLst>
          </p:cNvPr>
          <p:cNvSpPr>
            <a:spLocks noGrp="1"/>
          </p:cNvSpPr>
          <p:nvPr/>
        </p:nvSpPr>
        <p:spPr>
          <a:xfrm>
            <a:off x="973182" y="889363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zone-to-zone demand idea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FA8BC0-32D7-4730-9792-BAD863995F5B}"/>
              </a:ext>
            </a:extLst>
          </p:cNvPr>
          <p:cNvSpPr>
            <a:spLocks noGrp="1"/>
          </p:cNvSpPr>
          <p:nvPr/>
        </p:nvSpPr>
        <p:spPr>
          <a:xfrm>
            <a:off x="6402432" y="889363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same relations as an OD matrix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B7CB1BE-B969-4CFE-8FC5-7A702BB9E972}"/>
              </a:ext>
            </a:extLst>
          </p:cNvPr>
          <p:cNvSpPr>
            <a:spLocks noGrp="1"/>
          </p:cNvSpPr>
          <p:nvPr/>
        </p:nvSpPr>
        <p:spPr>
          <a:xfrm>
            <a:off x="1163682" y="1860913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CFB95-C279-44CD-BE28-432744502B7A}"/>
              </a:ext>
            </a:extLst>
          </p:cNvPr>
          <p:cNvSpPr>
            <a:spLocks noGrp="1"/>
          </p:cNvSpPr>
          <p:nvPr/>
        </p:nvSpPr>
        <p:spPr>
          <a:xfrm>
            <a:off x="1220832" y="2013313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ED703C0-ECA3-4E30-8047-67C129AAB315}"/>
              </a:ext>
            </a:extLst>
          </p:cNvPr>
          <p:cNvSpPr>
            <a:spLocks noGrp="1"/>
          </p:cNvSpPr>
          <p:nvPr/>
        </p:nvSpPr>
        <p:spPr>
          <a:xfrm>
            <a:off x="1658982" y="4261213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76925-1E71-46AF-A572-AAA114AFACA3}"/>
              </a:ext>
            </a:extLst>
          </p:cNvPr>
          <p:cNvSpPr>
            <a:spLocks noGrp="1"/>
          </p:cNvSpPr>
          <p:nvPr/>
        </p:nvSpPr>
        <p:spPr>
          <a:xfrm>
            <a:off x="1716132" y="4413613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22E0BAC-A98F-4ED9-B061-B4D93A2EC675}"/>
              </a:ext>
            </a:extLst>
          </p:cNvPr>
          <p:cNvSpPr>
            <a:spLocks noGrp="1"/>
          </p:cNvSpPr>
          <p:nvPr/>
        </p:nvSpPr>
        <p:spPr>
          <a:xfrm>
            <a:off x="2744832" y="2718163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6CDD05-B3E3-4AA2-B9E7-0998C44C6EE1}"/>
              </a:ext>
            </a:extLst>
          </p:cNvPr>
          <p:cNvSpPr>
            <a:spLocks noGrp="1"/>
          </p:cNvSpPr>
          <p:nvPr/>
        </p:nvSpPr>
        <p:spPr>
          <a:xfrm>
            <a:off x="2801982" y="2870563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Z3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25E1726-6D76-4F60-9A40-9BD9C70261DF}"/>
              </a:ext>
            </a:extLst>
          </p:cNvPr>
          <p:cNvSpPr>
            <a:spLocks noGrp="1"/>
          </p:cNvSpPr>
          <p:nvPr/>
        </p:nvSpPr>
        <p:spPr>
          <a:xfrm>
            <a:off x="3754482" y="4118338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7653B-57A6-418A-B480-BD500E51E16A}"/>
              </a:ext>
            </a:extLst>
          </p:cNvPr>
          <p:cNvSpPr>
            <a:spLocks noGrp="1"/>
          </p:cNvSpPr>
          <p:nvPr/>
        </p:nvSpPr>
        <p:spPr>
          <a:xfrm>
            <a:off x="3811632" y="4270738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Z4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9C58358A-3AF4-4E86-BBB2-176A5ED3BCA0}"/>
              </a:ext>
            </a:extLst>
          </p:cNvPr>
          <p:cNvSpPr>
            <a:spLocks noGrp="1"/>
          </p:cNvSpPr>
          <p:nvPr/>
        </p:nvSpPr>
        <p:spPr>
          <a:xfrm>
            <a:off x="4364082" y="1956163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5373D7-59DA-4CF5-833F-17091B443C26}"/>
              </a:ext>
            </a:extLst>
          </p:cNvPr>
          <p:cNvSpPr>
            <a:spLocks noGrp="1"/>
          </p:cNvSpPr>
          <p:nvPr/>
        </p:nvSpPr>
        <p:spPr>
          <a:xfrm>
            <a:off x="4421232" y="2108563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Z5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9CFE98B-1914-4CC1-90E9-1563D297B0E0}"/>
              </a:ext>
            </a:extLst>
          </p:cNvPr>
          <p:cNvSpPr>
            <a:spLocks noGrp="1"/>
          </p:cNvSpPr>
          <p:nvPr/>
        </p:nvSpPr>
        <p:spPr>
          <a:xfrm>
            <a:off x="5107032" y="3251563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F2D91-BDF8-486A-A859-8B057E97AA96}"/>
              </a:ext>
            </a:extLst>
          </p:cNvPr>
          <p:cNvSpPr>
            <a:spLocks noGrp="1"/>
          </p:cNvSpPr>
          <p:nvPr/>
        </p:nvSpPr>
        <p:spPr>
          <a:xfrm>
            <a:off x="5164182" y="3403963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Z6</a:t>
            </a:r>
          </a:p>
        </p:txBody>
      </p:sp>
      <p:cxnSp>
        <p:nvCxnSpPr>
          <p:cNvPr id="140" name="Connecteur droit avec flèche 139"/>
          <p:cNvCxnSpPr>
            <a:stCxn id="6" idx="5"/>
            <a:endCxn id="10" idx="1"/>
          </p:cNvCxnSpPr>
          <p:nvPr/>
        </p:nvCxnSpPr>
        <p:spPr>
          <a:xfrm>
            <a:off x="1586447" y="2283678"/>
            <a:ext cx="1230920" cy="507020"/>
          </a:xfrm>
          <a:prstGeom prst="straightConnector1">
            <a:avLst/>
          </a:prstGeom>
          <a:ln w="28575">
            <a:solidFill>
              <a:srgbClr val="2F6FB0"/>
            </a:solidFill>
            <a:prstDash val="solid"/>
            <a:headEnd type="arrow" w="sm" len="sm"/>
          </a:ln>
        </p:spPr>
      </p:cxnSp>
      <p:cxnSp>
        <p:nvCxnSpPr>
          <p:cNvPr id="141" name="Connecteur droit avec flèche 140"/>
          <p:cNvCxnSpPr>
            <a:stCxn id="8" idx="6"/>
            <a:endCxn id="12" idx="2"/>
          </p:cNvCxnSpPr>
          <p:nvPr/>
        </p:nvCxnSpPr>
        <p:spPr>
          <a:xfrm flipV="1">
            <a:off x="2154282" y="4365988"/>
            <a:ext cx="1600200" cy="142875"/>
          </a:xfrm>
          <a:prstGeom prst="straightConnector1">
            <a:avLst/>
          </a:prstGeom>
          <a:ln w="28575">
            <a:solidFill>
              <a:srgbClr val="2F6FB0"/>
            </a:solidFill>
            <a:prstDash val="solid"/>
            <a:headEnd type="arrow" w="sm" len="sm"/>
          </a:ln>
        </p:spPr>
      </p:cxnSp>
      <p:cxnSp>
        <p:nvCxnSpPr>
          <p:cNvPr id="142" name="Connecteur droit avec flèche 141"/>
          <p:cNvCxnSpPr>
            <a:stCxn id="10" idx="5"/>
            <a:endCxn id="12" idx="1"/>
          </p:cNvCxnSpPr>
          <p:nvPr/>
        </p:nvCxnSpPr>
        <p:spPr>
          <a:xfrm>
            <a:off x="3167597" y="3140928"/>
            <a:ext cx="659420" cy="1049945"/>
          </a:xfrm>
          <a:prstGeom prst="straightConnector1">
            <a:avLst/>
          </a:prstGeom>
          <a:ln w="28575">
            <a:solidFill>
              <a:srgbClr val="8E75B8"/>
            </a:solidFill>
            <a:prstDash val="solid"/>
            <a:headEnd type="arrow" w="sm" len="sm"/>
          </a:ln>
        </p:spPr>
      </p:cxnSp>
      <p:cxnSp>
        <p:nvCxnSpPr>
          <p:cNvPr id="143" name="Connecteur droit avec flèche 142"/>
          <p:cNvCxnSpPr>
            <a:stCxn id="14" idx="4"/>
            <a:endCxn id="12" idx="0"/>
          </p:cNvCxnSpPr>
          <p:nvPr/>
        </p:nvCxnSpPr>
        <p:spPr>
          <a:xfrm flipH="1">
            <a:off x="4002132" y="2451463"/>
            <a:ext cx="609600" cy="1666875"/>
          </a:xfrm>
          <a:prstGeom prst="straightConnector1">
            <a:avLst/>
          </a:prstGeom>
          <a:ln w="28575">
            <a:solidFill>
              <a:srgbClr val="E59338"/>
            </a:solidFill>
            <a:prstDash val="solid"/>
            <a:headEnd type="arrow" w="sm" len="sm"/>
          </a:ln>
        </p:spPr>
      </p:cxnSp>
      <p:cxnSp>
        <p:nvCxnSpPr>
          <p:cNvPr id="144" name="Connecteur droit avec flèche 143"/>
          <p:cNvCxnSpPr>
            <a:stCxn id="14" idx="5"/>
            <a:endCxn id="16" idx="1"/>
          </p:cNvCxnSpPr>
          <p:nvPr/>
        </p:nvCxnSpPr>
        <p:spPr>
          <a:xfrm>
            <a:off x="4786847" y="2378928"/>
            <a:ext cx="392720" cy="945170"/>
          </a:xfrm>
          <a:prstGeom prst="straightConnector1">
            <a:avLst/>
          </a:prstGeom>
          <a:ln w="28575">
            <a:solidFill>
              <a:srgbClr val="E59338"/>
            </a:solidFill>
            <a:prstDash val="solid"/>
            <a:headEnd type="arrow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4AE07D7-BB56-4A97-8044-E89ECDF73C82}"/>
              </a:ext>
            </a:extLst>
          </p:cNvPr>
          <p:cNvSpPr>
            <a:spLocks noGrp="1"/>
          </p:cNvSpPr>
          <p:nvPr/>
        </p:nvSpPr>
        <p:spPr>
          <a:xfrm>
            <a:off x="5926182" y="183233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B10F00-D9F8-4ABF-8998-BCCBD090BE37}"/>
              </a:ext>
            </a:extLst>
          </p:cNvPr>
          <p:cNvSpPr>
            <a:spLocks noGrp="1"/>
          </p:cNvSpPr>
          <p:nvPr/>
        </p:nvSpPr>
        <p:spPr>
          <a:xfrm>
            <a:off x="653578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F2B773-0166-46CD-A6A4-17A782A3E917}"/>
              </a:ext>
            </a:extLst>
          </p:cNvPr>
          <p:cNvSpPr>
            <a:spLocks noGrp="1"/>
          </p:cNvSpPr>
          <p:nvPr/>
        </p:nvSpPr>
        <p:spPr>
          <a:xfrm>
            <a:off x="6383382" y="165136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C3443B-66BA-4734-B127-2A695BCE8087}"/>
              </a:ext>
            </a:extLst>
          </p:cNvPr>
          <p:cNvSpPr>
            <a:spLocks noGrp="1"/>
          </p:cNvSpPr>
          <p:nvPr/>
        </p:nvSpPr>
        <p:spPr>
          <a:xfrm>
            <a:off x="656435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476260-B403-4F04-8BC0-9E5709C6DA51}"/>
              </a:ext>
            </a:extLst>
          </p:cNvPr>
          <p:cNvSpPr>
            <a:spLocks noGrp="1"/>
          </p:cNvSpPr>
          <p:nvPr/>
        </p:nvSpPr>
        <p:spPr>
          <a:xfrm>
            <a:off x="6973932" y="165136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B7A76D-B023-41F2-8A04-A05913AF9D48}"/>
              </a:ext>
            </a:extLst>
          </p:cNvPr>
          <p:cNvSpPr>
            <a:spLocks noGrp="1"/>
          </p:cNvSpPr>
          <p:nvPr/>
        </p:nvSpPr>
        <p:spPr>
          <a:xfrm>
            <a:off x="715490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1C1089-AC42-456B-BC37-C92238BB0947}"/>
              </a:ext>
            </a:extLst>
          </p:cNvPr>
          <p:cNvSpPr>
            <a:spLocks noGrp="1"/>
          </p:cNvSpPr>
          <p:nvPr/>
        </p:nvSpPr>
        <p:spPr>
          <a:xfrm>
            <a:off x="7564482" y="1651363"/>
            <a:ext cx="590550" cy="590550"/>
          </a:xfrm>
          <a:prstGeom prst="rect">
            <a:avLst/>
          </a:prstGeom>
          <a:solidFill>
            <a:srgbClr val="2171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A9A2FC-9DA7-4AF9-B5A2-4350864247D0}"/>
              </a:ext>
            </a:extLst>
          </p:cNvPr>
          <p:cNvSpPr>
            <a:spLocks noGrp="1"/>
          </p:cNvSpPr>
          <p:nvPr/>
        </p:nvSpPr>
        <p:spPr>
          <a:xfrm>
            <a:off x="774545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E27D69-8AE1-4A1E-811A-2BE51A5AAFF5}"/>
              </a:ext>
            </a:extLst>
          </p:cNvPr>
          <p:cNvSpPr>
            <a:spLocks noGrp="1"/>
          </p:cNvSpPr>
          <p:nvPr/>
        </p:nvSpPr>
        <p:spPr>
          <a:xfrm>
            <a:off x="8155032" y="1651363"/>
            <a:ext cx="590550" cy="590550"/>
          </a:xfrm>
          <a:prstGeom prst="rect">
            <a:avLst/>
          </a:prstGeom>
          <a:solidFill>
            <a:srgbClr val="9ECAE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8BF7E-BB88-4A25-A0F8-2FD64B741E98}"/>
              </a:ext>
            </a:extLst>
          </p:cNvPr>
          <p:cNvSpPr>
            <a:spLocks noGrp="1"/>
          </p:cNvSpPr>
          <p:nvPr/>
        </p:nvSpPr>
        <p:spPr>
          <a:xfrm>
            <a:off x="833600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F03401-D599-4526-A985-5DF85E8F67C2}"/>
              </a:ext>
            </a:extLst>
          </p:cNvPr>
          <p:cNvSpPr>
            <a:spLocks noGrp="1"/>
          </p:cNvSpPr>
          <p:nvPr/>
        </p:nvSpPr>
        <p:spPr>
          <a:xfrm>
            <a:off x="8745582" y="165136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06B5BD-576E-49E0-B32D-DE3830F2FC09}"/>
              </a:ext>
            </a:extLst>
          </p:cNvPr>
          <p:cNvSpPr>
            <a:spLocks noGrp="1"/>
          </p:cNvSpPr>
          <p:nvPr/>
        </p:nvSpPr>
        <p:spPr>
          <a:xfrm>
            <a:off x="892655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274552-9112-4BF5-BC9A-182173883535}"/>
              </a:ext>
            </a:extLst>
          </p:cNvPr>
          <p:cNvSpPr>
            <a:spLocks noGrp="1"/>
          </p:cNvSpPr>
          <p:nvPr/>
        </p:nvSpPr>
        <p:spPr>
          <a:xfrm>
            <a:off x="9336132" y="1651363"/>
            <a:ext cx="590550" cy="590550"/>
          </a:xfrm>
          <a:prstGeom prst="rect">
            <a:avLst/>
          </a:prstGeom>
          <a:solidFill>
            <a:srgbClr val="DEEBF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3CBA67-8BE6-4D6C-9CE4-004C02E6BEF6}"/>
              </a:ext>
            </a:extLst>
          </p:cNvPr>
          <p:cNvSpPr>
            <a:spLocks noGrp="1"/>
          </p:cNvSpPr>
          <p:nvPr/>
        </p:nvSpPr>
        <p:spPr>
          <a:xfrm>
            <a:off x="9517107" y="18228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E0A216-26B7-499D-ACBA-9C8A04A47B2D}"/>
              </a:ext>
            </a:extLst>
          </p:cNvPr>
          <p:cNvSpPr>
            <a:spLocks noGrp="1"/>
          </p:cNvSpPr>
          <p:nvPr/>
        </p:nvSpPr>
        <p:spPr>
          <a:xfrm>
            <a:off x="5926182" y="242288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22471B-6860-4B03-9EDA-33D97A938D80}"/>
              </a:ext>
            </a:extLst>
          </p:cNvPr>
          <p:cNvSpPr>
            <a:spLocks noGrp="1"/>
          </p:cNvSpPr>
          <p:nvPr/>
        </p:nvSpPr>
        <p:spPr>
          <a:xfrm>
            <a:off x="712633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E1CF11-F92D-49C1-B7F8-90E1CDAF2B66}"/>
              </a:ext>
            </a:extLst>
          </p:cNvPr>
          <p:cNvSpPr>
            <a:spLocks noGrp="1"/>
          </p:cNvSpPr>
          <p:nvPr/>
        </p:nvSpPr>
        <p:spPr>
          <a:xfrm>
            <a:off x="6383382" y="224191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73FC2A-7A70-4BD0-B89D-4EFD68FC8E9F}"/>
              </a:ext>
            </a:extLst>
          </p:cNvPr>
          <p:cNvSpPr>
            <a:spLocks noGrp="1"/>
          </p:cNvSpPr>
          <p:nvPr/>
        </p:nvSpPr>
        <p:spPr>
          <a:xfrm>
            <a:off x="656435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8A6B28-C929-4590-81EE-663DAD897410}"/>
              </a:ext>
            </a:extLst>
          </p:cNvPr>
          <p:cNvSpPr>
            <a:spLocks noGrp="1"/>
          </p:cNvSpPr>
          <p:nvPr/>
        </p:nvSpPr>
        <p:spPr>
          <a:xfrm>
            <a:off x="6973932" y="224191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7CB2BB-BED8-4CBA-8369-C9AC6A93902A}"/>
              </a:ext>
            </a:extLst>
          </p:cNvPr>
          <p:cNvSpPr>
            <a:spLocks noGrp="1"/>
          </p:cNvSpPr>
          <p:nvPr/>
        </p:nvSpPr>
        <p:spPr>
          <a:xfrm>
            <a:off x="715490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85CA8F-D67B-4056-9B25-1D10179C49EB}"/>
              </a:ext>
            </a:extLst>
          </p:cNvPr>
          <p:cNvSpPr>
            <a:spLocks noGrp="1"/>
          </p:cNvSpPr>
          <p:nvPr/>
        </p:nvSpPr>
        <p:spPr>
          <a:xfrm>
            <a:off x="7564482" y="2241913"/>
            <a:ext cx="590550" cy="590550"/>
          </a:xfrm>
          <a:prstGeom prst="rect">
            <a:avLst/>
          </a:prstGeom>
          <a:solidFill>
            <a:srgbClr val="4292C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4AFBF3-B5C7-4416-A1E4-7A2F8D70A6CF}"/>
              </a:ext>
            </a:extLst>
          </p:cNvPr>
          <p:cNvSpPr>
            <a:spLocks noGrp="1"/>
          </p:cNvSpPr>
          <p:nvPr/>
        </p:nvSpPr>
        <p:spPr>
          <a:xfrm>
            <a:off x="774545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7D8E27-1F74-4075-B0B0-20151976F8A7}"/>
              </a:ext>
            </a:extLst>
          </p:cNvPr>
          <p:cNvSpPr>
            <a:spLocks noGrp="1"/>
          </p:cNvSpPr>
          <p:nvPr/>
        </p:nvSpPr>
        <p:spPr>
          <a:xfrm>
            <a:off x="8155032" y="2241913"/>
            <a:ext cx="590550" cy="590550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82400C-D1C6-4A96-9926-172FB9138FCD}"/>
              </a:ext>
            </a:extLst>
          </p:cNvPr>
          <p:cNvSpPr>
            <a:spLocks noGrp="1"/>
          </p:cNvSpPr>
          <p:nvPr/>
        </p:nvSpPr>
        <p:spPr>
          <a:xfrm>
            <a:off x="833600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F3557E-191D-4E10-A643-EA3317AE7C84}"/>
              </a:ext>
            </a:extLst>
          </p:cNvPr>
          <p:cNvSpPr>
            <a:spLocks noGrp="1"/>
          </p:cNvSpPr>
          <p:nvPr/>
        </p:nvSpPr>
        <p:spPr>
          <a:xfrm>
            <a:off x="8745582" y="224191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DB59F2-2C24-4827-9A26-A33312128D57}"/>
              </a:ext>
            </a:extLst>
          </p:cNvPr>
          <p:cNvSpPr>
            <a:spLocks noGrp="1"/>
          </p:cNvSpPr>
          <p:nvPr/>
        </p:nvSpPr>
        <p:spPr>
          <a:xfrm>
            <a:off x="892655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CDF6F9-03B3-4FE7-A117-346BB22DCA61}"/>
              </a:ext>
            </a:extLst>
          </p:cNvPr>
          <p:cNvSpPr>
            <a:spLocks noGrp="1"/>
          </p:cNvSpPr>
          <p:nvPr/>
        </p:nvSpPr>
        <p:spPr>
          <a:xfrm>
            <a:off x="9336132" y="224191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A013B3-6241-40A0-BA28-DD2A2DF4C2C9}"/>
              </a:ext>
            </a:extLst>
          </p:cNvPr>
          <p:cNvSpPr>
            <a:spLocks noGrp="1"/>
          </p:cNvSpPr>
          <p:nvPr/>
        </p:nvSpPr>
        <p:spPr>
          <a:xfrm>
            <a:off x="9517107" y="24133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DAD827-D675-4B4E-9049-24526498D5C9}"/>
              </a:ext>
            </a:extLst>
          </p:cNvPr>
          <p:cNvSpPr>
            <a:spLocks noGrp="1"/>
          </p:cNvSpPr>
          <p:nvPr/>
        </p:nvSpPr>
        <p:spPr>
          <a:xfrm>
            <a:off x="5926182" y="301343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D3CB4B-2773-46D4-8708-A643F79DBD64}"/>
              </a:ext>
            </a:extLst>
          </p:cNvPr>
          <p:cNvSpPr>
            <a:spLocks noGrp="1"/>
          </p:cNvSpPr>
          <p:nvPr/>
        </p:nvSpPr>
        <p:spPr>
          <a:xfrm>
            <a:off x="771688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B3CE36-299A-4A8E-9CBB-18E0E88D5F14}"/>
              </a:ext>
            </a:extLst>
          </p:cNvPr>
          <p:cNvSpPr>
            <a:spLocks noGrp="1"/>
          </p:cNvSpPr>
          <p:nvPr/>
        </p:nvSpPr>
        <p:spPr>
          <a:xfrm>
            <a:off x="6383382" y="2832463"/>
            <a:ext cx="590550" cy="590550"/>
          </a:xfrm>
          <a:prstGeom prst="rect">
            <a:avLst/>
          </a:prstGeom>
          <a:solidFill>
            <a:srgbClr val="4292C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32E3B2-A24D-4F3D-A855-8BA005750DC4}"/>
              </a:ext>
            </a:extLst>
          </p:cNvPr>
          <p:cNvSpPr>
            <a:spLocks noGrp="1"/>
          </p:cNvSpPr>
          <p:nvPr/>
        </p:nvSpPr>
        <p:spPr>
          <a:xfrm>
            <a:off x="656435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22D22E-C348-4977-B362-A92DDC15618E}"/>
              </a:ext>
            </a:extLst>
          </p:cNvPr>
          <p:cNvSpPr>
            <a:spLocks noGrp="1"/>
          </p:cNvSpPr>
          <p:nvPr/>
        </p:nvSpPr>
        <p:spPr>
          <a:xfrm>
            <a:off x="6973932" y="2832463"/>
            <a:ext cx="590550" cy="590550"/>
          </a:xfrm>
          <a:prstGeom prst="rect">
            <a:avLst/>
          </a:prstGeom>
          <a:solidFill>
            <a:srgbClr val="2171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1A0B85B-A432-428D-B5F6-DEB1E2F8F871}"/>
              </a:ext>
            </a:extLst>
          </p:cNvPr>
          <p:cNvSpPr>
            <a:spLocks noGrp="1"/>
          </p:cNvSpPr>
          <p:nvPr/>
        </p:nvSpPr>
        <p:spPr>
          <a:xfrm>
            <a:off x="715490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BBAA51-0D12-4614-80C5-2D222666BB5A}"/>
              </a:ext>
            </a:extLst>
          </p:cNvPr>
          <p:cNvSpPr>
            <a:spLocks noGrp="1"/>
          </p:cNvSpPr>
          <p:nvPr/>
        </p:nvSpPr>
        <p:spPr>
          <a:xfrm>
            <a:off x="7564482" y="283246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514FD3-161B-4253-9418-7120AD8AF4E2}"/>
              </a:ext>
            </a:extLst>
          </p:cNvPr>
          <p:cNvSpPr>
            <a:spLocks noGrp="1"/>
          </p:cNvSpPr>
          <p:nvPr/>
        </p:nvSpPr>
        <p:spPr>
          <a:xfrm>
            <a:off x="774545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0DBA28-2614-415F-8B6D-6C855B01C4B7}"/>
              </a:ext>
            </a:extLst>
          </p:cNvPr>
          <p:cNvSpPr>
            <a:spLocks noGrp="1"/>
          </p:cNvSpPr>
          <p:nvPr/>
        </p:nvSpPr>
        <p:spPr>
          <a:xfrm>
            <a:off x="8155032" y="283246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12CF63-A14C-4DA4-B790-FB3E6314A738}"/>
              </a:ext>
            </a:extLst>
          </p:cNvPr>
          <p:cNvSpPr>
            <a:spLocks noGrp="1"/>
          </p:cNvSpPr>
          <p:nvPr/>
        </p:nvSpPr>
        <p:spPr>
          <a:xfrm>
            <a:off x="833600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9AD131-C135-4336-BF69-B91AEDB275E0}"/>
              </a:ext>
            </a:extLst>
          </p:cNvPr>
          <p:cNvSpPr>
            <a:spLocks noGrp="1"/>
          </p:cNvSpPr>
          <p:nvPr/>
        </p:nvSpPr>
        <p:spPr>
          <a:xfrm>
            <a:off x="8745582" y="2832463"/>
            <a:ext cx="590550" cy="590550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8CB95B-2861-423F-9ADC-FE4A38FD4110}"/>
              </a:ext>
            </a:extLst>
          </p:cNvPr>
          <p:cNvSpPr>
            <a:spLocks noGrp="1"/>
          </p:cNvSpPr>
          <p:nvPr/>
        </p:nvSpPr>
        <p:spPr>
          <a:xfrm>
            <a:off x="892655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B48B3AC-18FC-4ADC-B8D9-5C4D1188EAD9}"/>
              </a:ext>
            </a:extLst>
          </p:cNvPr>
          <p:cNvSpPr>
            <a:spLocks noGrp="1"/>
          </p:cNvSpPr>
          <p:nvPr/>
        </p:nvSpPr>
        <p:spPr>
          <a:xfrm>
            <a:off x="9336132" y="2832463"/>
            <a:ext cx="590550" cy="590550"/>
          </a:xfrm>
          <a:prstGeom prst="rect">
            <a:avLst/>
          </a:prstGeom>
          <a:solidFill>
            <a:srgbClr val="9ECAE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F426BB-108F-4194-82E3-34A8DF906E04}"/>
              </a:ext>
            </a:extLst>
          </p:cNvPr>
          <p:cNvSpPr>
            <a:spLocks noGrp="1"/>
          </p:cNvSpPr>
          <p:nvPr/>
        </p:nvSpPr>
        <p:spPr>
          <a:xfrm>
            <a:off x="9517107" y="30039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83E78AD-A5C5-4F69-A900-E10F278728F1}"/>
              </a:ext>
            </a:extLst>
          </p:cNvPr>
          <p:cNvSpPr>
            <a:spLocks noGrp="1"/>
          </p:cNvSpPr>
          <p:nvPr/>
        </p:nvSpPr>
        <p:spPr>
          <a:xfrm>
            <a:off x="5926182" y="360398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3C9464-7E09-4DDF-933A-0C490F0494A0}"/>
              </a:ext>
            </a:extLst>
          </p:cNvPr>
          <p:cNvSpPr>
            <a:spLocks noGrp="1"/>
          </p:cNvSpPr>
          <p:nvPr/>
        </p:nvSpPr>
        <p:spPr>
          <a:xfrm>
            <a:off x="830743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Z4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B3636A1-9BA2-497C-95FD-B21B37F82654}"/>
              </a:ext>
            </a:extLst>
          </p:cNvPr>
          <p:cNvSpPr>
            <a:spLocks noGrp="1"/>
          </p:cNvSpPr>
          <p:nvPr/>
        </p:nvSpPr>
        <p:spPr>
          <a:xfrm>
            <a:off x="6383382" y="342301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1D6DE49-DA64-458C-93A1-D566152924EC}"/>
              </a:ext>
            </a:extLst>
          </p:cNvPr>
          <p:cNvSpPr>
            <a:spLocks noGrp="1"/>
          </p:cNvSpPr>
          <p:nvPr/>
        </p:nvSpPr>
        <p:spPr>
          <a:xfrm>
            <a:off x="656435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02CCFD-C24E-4DBF-9635-D6E14F562D86}"/>
              </a:ext>
            </a:extLst>
          </p:cNvPr>
          <p:cNvSpPr>
            <a:spLocks noGrp="1"/>
          </p:cNvSpPr>
          <p:nvPr/>
        </p:nvSpPr>
        <p:spPr>
          <a:xfrm>
            <a:off x="6973932" y="3423013"/>
            <a:ext cx="590550" cy="590550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6E0388-FFFC-4C70-B85B-A8E65224A34F}"/>
              </a:ext>
            </a:extLst>
          </p:cNvPr>
          <p:cNvSpPr>
            <a:spLocks noGrp="1"/>
          </p:cNvSpPr>
          <p:nvPr/>
        </p:nvSpPr>
        <p:spPr>
          <a:xfrm>
            <a:off x="715490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0F3DDCF-D12A-4EE2-9EB0-14E83DCB66E8}"/>
              </a:ext>
            </a:extLst>
          </p:cNvPr>
          <p:cNvSpPr>
            <a:spLocks noGrp="1"/>
          </p:cNvSpPr>
          <p:nvPr/>
        </p:nvSpPr>
        <p:spPr>
          <a:xfrm>
            <a:off x="7564482" y="342301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52BAC7-3BBC-418C-8B85-26ADEA44B4CB}"/>
              </a:ext>
            </a:extLst>
          </p:cNvPr>
          <p:cNvSpPr>
            <a:spLocks noGrp="1"/>
          </p:cNvSpPr>
          <p:nvPr/>
        </p:nvSpPr>
        <p:spPr>
          <a:xfrm>
            <a:off x="774545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B9AE30-FB14-41C5-B7E3-EC50066785D3}"/>
              </a:ext>
            </a:extLst>
          </p:cNvPr>
          <p:cNvSpPr>
            <a:spLocks noGrp="1"/>
          </p:cNvSpPr>
          <p:nvPr/>
        </p:nvSpPr>
        <p:spPr>
          <a:xfrm>
            <a:off x="8155032" y="342301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0D589B-0168-4EEA-9287-1934D48045C6}"/>
              </a:ext>
            </a:extLst>
          </p:cNvPr>
          <p:cNvSpPr>
            <a:spLocks noGrp="1"/>
          </p:cNvSpPr>
          <p:nvPr/>
        </p:nvSpPr>
        <p:spPr>
          <a:xfrm>
            <a:off x="833600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8A75D8F-0326-4F32-851B-A1CD41369BC4}"/>
              </a:ext>
            </a:extLst>
          </p:cNvPr>
          <p:cNvSpPr>
            <a:spLocks noGrp="1"/>
          </p:cNvSpPr>
          <p:nvPr/>
        </p:nvSpPr>
        <p:spPr>
          <a:xfrm>
            <a:off x="8745582" y="3423013"/>
            <a:ext cx="590550" cy="590550"/>
          </a:xfrm>
          <a:prstGeom prst="rect">
            <a:avLst/>
          </a:prstGeom>
          <a:solidFill>
            <a:srgbClr val="2171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D784228-5F13-494E-A4B1-DBDA18CC5092}"/>
              </a:ext>
            </a:extLst>
          </p:cNvPr>
          <p:cNvSpPr>
            <a:spLocks noGrp="1"/>
          </p:cNvSpPr>
          <p:nvPr/>
        </p:nvSpPr>
        <p:spPr>
          <a:xfrm>
            <a:off x="892655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8AD9626-0ECD-45D2-970A-B7347AB4D4E1}"/>
              </a:ext>
            </a:extLst>
          </p:cNvPr>
          <p:cNvSpPr>
            <a:spLocks noGrp="1"/>
          </p:cNvSpPr>
          <p:nvPr/>
        </p:nvSpPr>
        <p:spPr>
          <a:xfrm>
            <a:off x="9336132" y="3423013"/>
            <a:ext cx="590550" cy="590550"/>
          </a:xfrm>
          <a:prstGeom prst="rect">
            <a:avLst/>
          </a:prstGeom>
          <a:solidFill>
            <a:srgbClr val="4292C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DA7A2D-FF23-48BF-9C52-DAB4E7C9A1A5}"/>
              </a:ext>
            </a:extLst>
          </p:cNvPr>
          <p:cNvSpPr>
            <a:spLocks noGrp="1"/>
          </p:cNvSpPr>
          <p:nvPr/>
        </p:nvSpPr>
        <p:spPr>
          <a:xfrm>
            <a:off x="9517107" y="35944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760DFEC-D213-4812-81DF-E6C121E755E7}"/>
              </a:ext>
            </a:extLst>
          </p:cNvPr>
          <p:cNvSpPr>
            <a:spLocks noGrp="1"/>
          </p:cNvSpPr>
          <p:nvPr/>
        </p:nvSpPr>
        <p:spPr>
          <a:xfrm>
            <a:off x="5926182" y="419453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51131E9-6311-428D-9692-8BE1E2C1A963}"/>
              </a:ext>
            </a:extLst>
          </p:cNvPr>
          <p:cNvSpPr>
            <a:spLocks noGrp="1"/>
          </p:cNvSpPr>
          <p:nvPr/>
        </p:nvSpPr>
        <p:spPr>
          <a:xfrm>
            <a:off x="889798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Z5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71B412F-25DC-42AA-BD4F-23BDBE801DB0}"/>
              </a:ext>
            </a:extLst>
          </p:cNvPr>
          <p:cNvSpPr>
            <a:spLocks noGrp="1"/>
          </p:cNvSpPr>
          <p:nvPr/>
        </p:nvSpPr>
        <p:spPr>
          <a:xfrm>
            <a:off x="6383382" y="401356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1794F37-324F-4652-B5AD-9BA81AAD08AA}"/>
              </a:ext>
            </a:extLst>
          </p:cNvPr>
          <p:cNvSpPr>
            <a:spLocks noGrp="1"/>
          </p:cNvSpPr>
          <p:nvPr/>
        </p:nvSpPr>
        <p:spPr>
          <a:xfrm>
            <a:off x="656435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CCC5EB7-C7C5-41BC-A9CC-CA33252975A6}"/>
              </a:ext>
            </a:extLst>
          </p:cNvPr>
          <p:cNvSpPr>
            <a:spLocks noGrp="1"/>
          </p:cNvSpPr>
          <p:nvPr/>
        </p:nvSpPr>
        <p:spPr>
          <a:xfrm>
            <a:off x="6973932" y="401356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15D34CE-862E-43E9-8D9B-6BC5CAC7EA57}"/>
              </a:ext>
            </a:extLst>
          </p:cNvPr>
          <p:cNvSpPr>
            <a:spLocks noGrp="1"/>
          </p:cNvSpPr>
          <p:nvPr/>
        </p:nvSpPr>
        <p:spPr>
          <a:xfrm>
            <a:off x="715490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00F54BA-3152-4EFA-B89C-7BC0C28BA5B3}"/>
              </a:ext>
            </a:extLst>
          </p:cNvPr>
          <p:cNvSpPr>
            <a:spLocks noGrp="1"/>
          </p:cNvSpPr>
          <p:nvPr/>
        </p:nvSpPr>
        <p:spPr>
          <a:xfrm>
            <a:off x="7564482" y="4013563"/>
            <a:ext cx="590550" cy="590550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AFC5F6E-1461-42B6-8DB0-DFD17A513F9A}"/>
              </a:ext>
            </a:extLst>
          </p:cNvPr>
          <p:cNvSpPr>
            <a:spLocks noGrp="1"/>
          </p:cNvSpPr>
          <p:nvPr/>
        </p:nvSpPr>
        <p:spPr>
          <a:xfrm>
            <a:off x="774545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0807E9-292D-4F7F-8F5F-ADB4F71D30C5}"/>
              </a:ext>
            </a:extLst>
          </p:cNvPr>
          <p:cNvSpPr>
            <a:spLocks noGrp="1"/>
          </p:cNvSpPr>
          <p:nvPr/>
        </p:nvSpPr>
        <p:spPr>
          <a:xfrm>
            <a:off x="8155032" y="401356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EF0588C-A6F0-4B26-8BB8-F5EE503F5316}"/>
              </a:ext>
            </a:extLst>
          </p:cNvPr>
          <p:cNvSpPr>
            <a:spLocks noGrp="1"/>
          </p:cNvSpPr>
          <p:nvPr/>
        </p:nvSpPr>
        <p:spPr>
          <a:xfrm>
            <a:off x="833600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DE4E1A-07A2-4CA9-8C3E-F31042FB3F15}"/>
              </a:ext>
            </a:extLst>
          </p:cNvPr>
          <p:cNvSpPr>
            <a:spLocks noGrp="1"/>
          </p:cNvSpPr>
          <p:nvPr/>
        </p:nvSpPr>
        <p:spPr>
          <a:xfrm>
            <a:off x="8745582" y="401356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2EA891-7321-4513-BD01-C55F03D4F5EB}"/>
              </a:ext>
            </a:extLst>
          </p:cNvPr>
          <p:cNvSpPr>
            <a:spLocks noGrp="1"/>
          </p:cNvSpPr>
          <p:nvPr/>
        </p:nvSpPr>
        <p:spPr>
          <a:xfrm>
            <a:off x="892655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B9F21BB-01DA-438B-AF39-DA605617B1B4}"/>
              </a:ext>
            </a:extLst>
          </p:cNvPr>
          <p:cNvSpPr>
            <a:spLocks noGrp="1"/>
          </p:cNvSpPr>
          <p:nvPr/>
        </p:nvSpPr>
        <p:spPr>
          <a:xfrm>
            <a:off x="9336132" y="4013563"/>
            <a:ext cx="590550" cy="590550"/>
          </a:xfrm>
          <a:prstGeom prst="rect">
            <a:avLst/>
          </a:prstGeom>
          <a:solidFill>
            <a:srgbClr val="08306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03A5A3A-210D-4619-8CA6-EA8EEF7D2DDD}"/>
              </a:ext>
            </a:extLst>
          </p:cNvPr>
          <p:cNvSpPr>
            <a:spLocks noGrp="1"/>
          </p:cNvSpPr>
          <p:nvPr/>
        </p:nvSpPr>
        <p:spPr>
          <a:xfrm>
            <a:off x="9517107" y="418501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EE21F4B-104B-4E75-BF0C-E2B20E62F7AC}"/>
              </a:ext>
            </a:extLst>
          </p:cNvPr>
          <p:cNvSpPr>
            <a:spLocks noGrp="1"/>
          </p:cNvSpPr>
          <p:nvPr/>
        </p:nvSpPr>
        <p:spPr>
          <a:xfrm>
            <a:off x="5926182" y="4785088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Z6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C9C797F-0592-4C12-87E0-24192B14295D}"/>
              </a:ext>
            </a:extLst>
          </p:cNvPr>
          <p:cNvSpPr>
            <a:spLocks noGrp="1"/>
          </p:cNvSpPr>
          <p:nvPr/>
        </p:nvSpPr>
        <p:spPr>
          <a:xfrm>
            <a:off x="9488532" y="5270863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Z6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4807DFB-DB8C-406D-950D-3BC0645974BB}"/>
              </a:ext>
            </a:extLst>
          </p:cNvPr>
          <p:cNvSpPr>
            <a:spLocks noGrp="1"/>
          </p:cNvSpPr>
          <p:nvPr/>
        </p:nvSpPr>
        <p:spPr>
          <a:xfrm>
            <a:off x="6383382" y="4604113"/>
            <a:ext cx="590550" cy="590550"/>
          </a:xfrm>
          <a:prstGeom prst="rect">
            <a:avLst/>
          </a:prstGeom>
          <a:solidFill>
            <a:srgbClr val="DEEBF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03A0C5-CDC4-4EA1-8755-8A9E6D2CCE35}"/>
              </a:ext>
            </a:extLst>
          </p:cNvPr>
          <p:cNvSpPr>
            <a:spLocks noGrp="1"/>
          </p:cNvSpPr>
          <p:nvPr/>
        </p:nvSpPr>
        <p:spPr>
          <a:xfrm>
            <a:off x="656435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AC3E9E4-63F8-438E-9B76-D5B4CA610234}"/>
              </a:ext>
            </a:extLst>
          </p:cNvPr>
          <p:cNvSpPr>
            <a:spLocks noGrp="1"/>
          </p:cNvSpPr>
          <p:nvPr/>
        </p:nvSpPr>
        <p:spPr>
          <a:xfrm>
            <a:off x="6973932" y="4604113"/>
            <a:ext cx="590550" cy="590550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3FB94D3-D0CA-4470-BE0D-6EC0FC040542}"/>
              </a:ext>
            </a:extLst>
          </p:cNvPr>
          <p:cNvSpPr>
            <a:spLocks noGrp="1"/>
          </p:cNvSpPr>
          <p:nvPr/>
        </p:nvSpPr>
        <p:spPr>
          <a:xfrm>
            <a:off x="715490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6AE1BA4-E3E4-41C5-9180-F2C4FD12CD17}"/>
              </a:ext>
            </a:extLst>
          </p:cNvPr>
          <p:cNvSpPr>
            <a:spLocks noGrp="1"/>
          </p:cNvSpPr>
          <p:nvPr/>
        </p:nvSpPr>
        <p:spPr>
          <a:xfrm>
            <a:off x="7564482" y="4604113"/>
            <a:ext cx="590550" cy="590550"/>
          </a:xfrm>
          <a:prstGeom prst="rect">
            <a:avLst/>
          </a:prstGeom>
          <a:solidFill>
            <a:srgbClr val="9ECAE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BFED070-90EA-42D5-A20E-8735C9BE8558}"/>
              </a:ext>
            </a:extLst>
          </p:cNvPr>
          <p:cNvSpPr>
            <a:spLocks noGrp="1"/>
          </p:cNvSpPr>
          <p:nvPr/>
        </p:nvSpPr>
        <p:spPr>
          <a:xfrm>
            <a:off x="774545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08CE233-2068-4EAC-A996-06DF54A39C6A}"/>
              </a:ext>
            </a:extLst>
          </p:cNvPr>
          <p:cNvSpPr>
            <a:spLocks noGrp="1"/>
          </p:cNvSpPr>
          <p:nvPr/>
        </p:nvSpPr>
        <p:spPr>
          <a:xfrm>
            <a:off x="8155032" y="4604113"/>
            <a:ext cx="590550" cy="590550"/>
          </a:xfrm>
          <a:prstGeom prst="rect">
            <a:avLst/>
          </a:prstGeom>
          <a:solidFill>
            <a:srgbClr val="4292C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8043C56-2EF7-4B3B-8040-7592CF190172}"/>
              </a:ext>
            </a:extLst>
          </p:cNvPr>
          <p:cNvSpPr>
            <a:spLocks noGrp="1"/>
          </p:cNvSpPr>
          <p:nvPr/>
        </p:nvSpPr>
        <p:spPr>
          <a:xfrm>
            <a:off x="833600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C96164E-F897-4964-9A48-1FEA6BBC5697}"/>
              </a:ext>
            </a:extLst>
          </p:cNvPr>
          <p:cNvSpPr>
            <a:spLocks noGrp="1"/>
          </p:cNvSpPr>
          <p:nvPr/>
        </p:nvSpPr>
        <p:spPr>
          <a:xfrm>
            <a:off x="8745582" y="4604113"/>
            <a:ext cx="590550" cy="590550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78516F6-8F4A-4910-8572-AA7CE1709E96}"/>
              </a:ext>
            </a:extLst>
          </p:cNvPr>
          <p:cNvSpPr>
            <a:spLocks noGrp="1"/>
          </p:cNvSpPr>
          <p:nvPr/>
        </p:nvSpPr>
        <p:spPr>
          <a:xfrm>
            <a:off x="892655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A258250-AA8A-4753-9B36-5BC29507BE27}"/>
              </a:ext>
            </a:extLst>
          </p:cNvPr>
          <p:cNvSpPr>
            <a:spLocks noGrp="1"/>
          </p:cNvSpPr>
          <p:nvPr/>
        </p:nvSpPr>
        <p:spPr>
          <a:xfrm>
            <a:off x="9336132" y="4604113"/>
            <a:ext cx="590550" cy="59055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10A6792-5BD0-481F-991E-13C102C20EDD}"/>
              </a:ext>
            </a:extLst>
          </p:cNvPr>
          <p:cNvSpPr>
            <a:spLocks noGrp="1"/>
          </p:cNvSpPr>
          <p:nvPr/>
        </p:nvSpPr>
        <p:spPr>
          <a:xfrm>
            <a:off x="9517107" y="4775563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08" name="Forme libre 107">
            <a:extLst>
              <a:ext uri="{FF2B5EF4-FFF2-40B4-BE49-F238E27FC236}">
                <a16:creationId xmlns:a16="http://schemas.microsoft.com/office/drawing/2014/main" id="{E8C5A4B7-AB32-45EB-9DDB-CF220B32D418}"/>
              </a:ext>
            </a:extLst>
          </p:cNvPr>
          <p:cNvSpPr>
            <a:spLocks noGrp="1"/>
          </p:cNvSpPr>
          <p:nvPr/>
        </p:nvSpPr>
        <p:spPr>
          <a:xfrm>
            <a:off x="6383382" y="1651363"/>
            <a:ext cx="3543300" cy="3543300"/>
          </a:xfrm>
          <a:custGeom>
            <a:avLst/>
            <a:gdLst/>
            <a:ahLst/>
            <a:cxnLst/>
            <a:rect l="0" t="0" r="0" b="0"/>
            <a:pathLst>
              <a:path w="3543300" h="3543300">
                <a:moveTo>
                  <a:pt x="0" y="0"/>
                </a:moveTo>
                <a:lnTo>
                  <a:pt x="3543300" y="3543300"/>
                </a:lnTo>
              </a:path>
            </a:pathLst>
          </a:custGeom>
          <a:noFill/>
          <a:ln w="1905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11DEFA6-F732-45B6-A4D3-B3086125C77D}"/>
              </a:ext>
            </a:extLst>
          </p:cNvPr>
          <p:cNvSpPr>
            <a:spLocks noGrp="1"/>
          </p:cNvSpPr>
          <p:nvPr/>
        </p:nvSpPr>
        <p:spPr>
          <a:xfrm rot="-5400000">
            <a:off x="5303794" y="3209798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0F172A"/>
                </a:solidFill>
              </a:defRPr>
            </a:pPr>
            <a:r>
              <a:rPr sz="1275" b="0" i="0" dirty="0">
                <a:solidFill>
                  <a:srgbClr val="0F172A"/>
                </a:solidFill>
              </a:rPr>
              <a:t>origin zone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416D843-5F07-4619-B867-D0F0B8100FC1}"/>
              </a:ext>
            </a:extLst>
          </p:cNvPr>
          <p:cNvSpPr>
            <a:spLocks noGrp="1"/>
          </p:cNvSpPr>
          <p:nvPr/>
        </p:nvSpPr>
        <p:spPr>
          <a:xfrm>
            <a:off x="7507332" y="5623288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destination zone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6E6D24-C734-4414-A6A7-90F97CF8293B}"/>
              </a:ext>
            </a:extLst>
          </p:cNvPr>
          <p:cNvSpPr>
            <a:spLocks noGrp="1"/>
          </p:cNvSpPr>
          <p:nvPr/>
        </p:nvSpPr>
        <p:spPr>
          <a:xfrm>
            <a:off x="6383382" y="1651363"/>
            <a:ext cx="3543300" cy="3543300"/>
          </a:xfrm>
          <a:prstGeom prst="rect">
            <a:avLst/>
          </a:prstGeom>
          <a:noFill/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474FAA-63C4-4B38-BE5B-CCFEC44E5B6C}"/>
              </a:ext>
            </a:extLst>
          </p:cNvPr>
          <p:cNvSpPr>
            <a:spLocks noGrp="1"/>
          </p:cNvSpPr>
          <p:nvPr/>
        </p:nvSpPr>
        <p:spPr>
          <a:xfrm>
            <a:off x="10193382" y="4775563"/>
            <a:ext cx="209550" cy="390525"/>
          </a:xfrm>
          <a:prstGeom prst="rect">
            <a:avLst/>
          </a:prstGeom>
          <a:solidFill>
            <a:srgbClr val="DEEBF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FF3A70-F4EF-4094-B8FB-55B0C72EF8B9}"/>
              </a:ext>
            </a:extLst>
          </p:cNvPr>
          <p:cNvSpPr>
            <a:spLocks noGrp="1"/>
          </p:cNvSpPr>
          <p:nvPr/>
        </p:nvSpPr>
        <p:spPr>
          <a:xfrm>
            <a:off x="10193382" y="4385038"/>
            <a:ext cx="209550" cy="390525"/>
          </a:xfrm>
          <a:prstGeom prst="rect">
            <a:avLst/>
          </a:prstGeom>
          <a:solidFill>
            <a:srgbClr val="C6DBE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816747-1D59-4966-9C7A-B2ED4CC80C42}"/>
              </a:ext>
            </a:extLst>
          </p:cNvPr>
          <p:cNvSpPr>
            <a:spLocks noGrp="1"/>
          </p:cNvSpPr>
          <p:nvPr/>
        </p:nvSpPr>
        <p:spPr>
          <a:xfrm>
            <a:off x="10193382" y="3994513"/>
            <a:ext cx="209550" cy="390525"/>
          </a:xfrm>
          <a:prstGeom prst="rect">
            <a:avLst/>
          </a:prstGeom>
          <a:solidFill>
            <a:srgbClr val="9ECAE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83C5865-7B0A-4401-999B-8D37FA06CF03}"/>
              </a:ext>
            </a:extLst>
          </p:cNvPr>
          <p:cNvSpPr>
            <a:spLocks noGrp="1"/>
          </p:cNvSpPr>
          <p:nvPr/>
        </p:nvSpPr>
        <p:spPr>
          <a:xfrm>
            <a:off x="10193382" y="3603988"/>
            <a:ext cx="209550" cy="390525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52C2784-91C8-46A5-AE5E-F440755B6DDA}"/>
              </a:ext>
            </a:extLst>
          </p:cNvPr>
          <p:cNvSpPr>
            <a:spLocks noGrp="1"/>
          </p:cNvSpPr>
          <p:nvPr/>
        </p:nvSpPr>
        <p:spPr>
          <a:xfrm>
            <a:off x="10193382" y="3213463"/>
            <a:ext cx="209550" cy="390525"/>
          </a:xfrm>
          <a:prstGeom prst="rect">
            <a:avLst/>
          </a:prstGeom>
          <a:solidFill>
            <a:srgbClr val="6BAED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58AA379-AE22-4548-8C1A-733CF4961DBF}"/>
              </a:ext>
            </a:extLst>
          </p:cNvPr>
          <p:cNvSpPr>
            <a:spLocks noGrp="1"/>
          </p:cNvSpPr>
          <p:nvPr/>
        </p:nvSpPr>
        <p:spPr>
          <a:xfrm>
            <a:off x="10193382" y="2822938"/>
            <a:ext cx="209550" cy="390525"/>
          </a:xfrm>
          <a:prstGeom prst="rect">
            <a:avLst/>
          </a:prstGeom>
          <a:solidFill>
            <a:srgbClr val="4292C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A89830C-416F-4F4F-A898-EC65BF4960AB}"/>
              </a:ext>
            </a:extLst>
          </p:cNvPr>
          <p:cNvSpPr>
            <a:spLocks noGrp="1"/>
          </p:cNvSpPr>
          <p:nvPr/>
        </p:nvSpPr>
        <p:spPr>
          <a:xfrm>
            <a:off x="10193382" y="2432413"/>
            <a:ext cx="209550" cy="390525"/>
          </a:xfrm>
          <a:prstGeom prst="rect">
            <a:avLst/>
          </a:prstGeom>
          <a:solidFill>
            <a:srgbClr val="2171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406153B-442A-44CB-9B80-308943BD34A4}"/>
              </a:ext>
            </a:extLst>
          </p:cNvPr>
          <p:cNvSpPr>
            <a:spLocks noGrp="1"/>
          </p:cNvSpPr>
          <p:nvPr/>
        </p:nvSpPr>
        <p:spPr>
          <a:xfrm>
            <a:off x="10193382" y="2041888"/>
            <a:ext cx="209550" cy="390525"/>
          </a:xfrm>
          <a:prstGeom prst="rect">
            <a:avLst/>
          </a:prstGeom>
          <a:solidFill>
            <a:srgbClr val="08519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B1CDA63-D952-4B73-ADEC-B6B45C0E38AB}"/>
              </a:ext>
            </a:extLst>
          </p:cNvPr>
          <p:cNvSpPr>
            <a:spLocks noGrp="1"/>
          </p:cNvSpPr>
          <p:nvPr/>
        </p:nvSpPr>
        <p:spPr>
          <a:xfrm>
            <a:off x="10193382" y="1651363"/>
            <a:ext cx="209550" cy="390525"/>
          </a:xfrm>
          <a:prstGeom prst="rect">
            <a:avLst/>
          </a:prstGeom>
          <a:solidFill>
            <a:srgbClr val="08306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822E56F-F975-4D08-B4EA-3432413886DC}"/>
              </a:ext>
            </a:extLst>
          </p:cNvPr>
          <p:cNvSpPr>
            <a:spLocks noGrp="1"/>
          </p:cNvSpPr>
          <p:nvPr/>
        </p:nvSpPr>
        <p:spPr>
          <a:xfrm>
            <a:off x="10193382" y="1651363"/>
            <a:ext cx="209550" cy="3514725"/>
          </a:xfrm>
          <a:prstGeom prst="rect">
            <a:avLst/>
          </a:prstGeom>
          <a:noFill/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E360284-3F93-4FD8-8D89-0285ABB3F184}"/>
              </a:ext>
            </a:extLst>
          </p:cNvPr>
          <p:cNvSpPr>
            <a:spLocks noGrp="1"/>
          </p:cNvSpPr>
          <p:nvPr/>
        </p:nvSpPr>
        <p:spPr>
          <a:xfrm rot="-5400000">
            <a:off x="10422526" y="3127738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0F172A"/>
                </a:solidFill>
              </a:defRPr>
            </a:pPr>
            <a:r>
              <a:rPr sz="1125" b="0" i="0" dirty="0">
                <a:solidFill>
                  <a:srgbClr val="0F172A"/>
                </a:solidFill>
              </a:rPr>
              <a:t>relative trips</a:t>
            </a:r>
          </a:p>
        </p:txBody>
      </p:sp>
    </p:spTree>
    <p:extLst>
      <p:ext uri="{BB962C8B-B14F-4D97-AF65-F5344CB8AC3E}">
        <p14:creationId xmlns:p14="http://schemas.microsoft.com/office/powerpoint/2010/main" val="151367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909CB0-011B-4580-AACB-AE51D1B5F01D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Base gravity share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E6961-3159-48E7-B46E-6BDB69387E2D}"/>
              </a:ext>
            </a:extLst>
          </p:cNvPr>
          <p:cNvSpPr>
            <a:spLocks noGrp="1"/>
          </p:cNvSpPr>
          <p:nvPr/>
        </p:nvSpPr>
        <p:spPr>
          <a:xfrm>
            <a:off x="342900" y="1962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3BA66-0CE6-4B3F-97E0-7A1D2AFFD5C4}"/>
              </a:ext>
            </a:extLst>
          </p:cNvPr>
          <p:cNvSpPr>
            <a:spLocks noGrp="1"/>
          </p:cNvSpPr>
          <p:nvPr/>
        </p:nvSpPr>
        <p:spPr>
          <a:xfrm rot="-2700000">
            <a:off x="8953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CEBEB-5AB9-457A-8238-7923ACB5534F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26D53-6B72-452A-82B3-E3A0C28FA8E6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F23685-1E7C-4843-B504-140AE043209D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613F7-A2E1-4C3C-9BA5-F0D080D5526C}"/>
              </a:ext>
            </a:extLst>
          </p:cNvPr>
          <p:cNvSpPr>
            <a:spLocks noGrp="1"/>
          </p:cNvSpPr>
          <p:nvPr/>
        </p:nvSpPr>
        <p:spPr>
          <a:xfrm>
            <a:off x="1295400" y="18478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06C70-D673-4673-A14D-25152F88E112}"/>
              </a:ext>
            </a:extLst>
          </p:cNvPr>
          <p:cNvSpPr>
            <a:spLocks noGrp="1"/>
          </p:cNvSpPr>
          <p:nvPr/>
        </p:nvSpPr>
        <p:spPr>
          <a:xfrm>
            <a:off x="17145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DEDA1-A5DA-47C8-946F-C4E0E0371242}"/>
              </a:ext>
            </a:extLst>
          </p:cNvPr>
          <p:cNvSpPr>
            <a:spLocks noGrp="1"/>
          </p:cNvSpPr>
          <p:nvPr/>
        </p:nvSpPr>
        <p:spPr>
          <a:xfrm>
            <a:off x="21336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7CC6F9-AA0D-4765-9EF3-36C3A65F5CF5}"/>
              </a:ext>
            </a:extLst>
          </p:cNvPr>
          <p:cNvSpPr>
            <a:spLocks noGrp="1"/>
          </p:cNvSpPr>
          <p:nvPr/>
        </p:nvSpPr>
        <p:spPr>
          <a:xfrm>
            <a:off x="25527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B0BF6-A5F6-4FEE-8EA0-CDDA525CCDA6}"/>
              </a:ext>
            </a:extLst>
          </p:cNvPr>
          <p:cNvSpPr>
            <a:spLocks noGrp="1"/>
          </p:cNvSpPr>
          <p:nvPr/>
        </p:nvSpPr>
        <p:spPr>
          <a:xfrm>
            <a:off x="29718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2CD89-95BE-4CCA-B294-1FDF49F46360}"/>
              </a:ext>
            </a:extLst>
          </p:cNvPr>
          <p:cNvSpPr>
            <a:spLocks noGrp="1"/>
          </p:cNvSpPr>
          <p:nvPr/>
        </p:nvSpPr>
        <p:spPr>
          <a:xfrm>
            <a:off x="3429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A1084E-F944-4CB3-B6E4-47A7E7A5A2CE}"/>
              </a:ext>
            </a:extLst>
          </p:cNvPr>
          <p:cNvSpPr>
            <a:spLocks noGrp="1"/>
          </p:cNvSpPr>
          <p:nvPr/>
        </p:nvSpPr>
        <p:spPr>
          <a:xfrm rot="-2700000">
            <a:off x="13144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FF8DD4-83B7-4955-9361-4BD9F2579D5D}"/>
              </a:ext>
            </a:extLst>
          </p:cNvPr>
          <p:cNvSpPr>
            <a:spLocks noGrp="1"/>
          </p:cNvSpPr>
          <p:nvPr/>
        </p:nvSpPr>
        <p:spPr>
          <a:xfrm>
            <a:off x="129540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EA175C-77FE-4238-A4A2-D74D9F1264F3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FA2AF-B8C1-40D7-89E0-167B15AE4237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60EC79-0A55-4420-8159-CE9A647761CD}"/>
              </a:ext>
            </a:extLst>
          </p:cNvPr>
          <p:cNvSpPr>
            <a:spLocks noGrp="1"/>
          </p:cNvSpPr>
          <p:nvPr/>
        </p:nvSpPr>
        <p:spPr>
          <a:xfrm>
            <a:off x="1295400" y="22669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0C450B-C465-45AD-AE6F-E94AC4AC2256}"/>
              </a:ext>
            </a:extLst>
          </p:cNvPr>
          <p:cNvSpPr>
            <a:spLocks noGrp="1"/>
          </p:cNvSpPr>
          <p:nvPr/>
        </p:nvSpPr>
        <p:spPr>
          <a:xfrm>
            <a:off x="17145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44D39B-7705-4370-ACE6-12713BFAE5A9}"/>
              </a:ext>
            </a:extLst>
          </p:cNvPr>
          <p:cNvSpPr>
            <a:spLocks noGrp="1"/>
          </p:cNvSpPr>
          <p:nvPr/>
        </p:nvSpPr>
        <p:spPr>
          <a:xfrm>
            <a:off x="21336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A3B96C-467B-42D5-BC6A-AF6B70DB693F}"/>
              </a:ext>
            </a:extLst>
          </p:cNvPr>
          <p:cNvSpPr>
            <a:spLocks noGrp="1"/>
          </p:cNvSpPr>
          <p:nvPr/>
        </p:nvSpPr>
        <p:spPr>
          <a:xfrm>
            <a:off x="25527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20F9D0-773B-4434-BBFC-5F840F996705}"/>
              </a:ext>
            </a:extLst>
          </p:cNvPr>
          <p:cNvSpPr>
            <a:spLocks noGrp="1"/>
          </p:cNvSpPr>
          <p:nvPr/>
        </p:nvSpPr>
        <p:spPr>
          <a:xfrm>
            <a:off x="29718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B53F80-C0F8-4441-B1EF-58AE4CEF6F2E}"/>
              </a:ext>
            </a:extLst>
          </p:cNvPr>
          <p:cNvSpPr>
            <a:spLocks noGrp="1"/>
          </p:cNvSpPr>
          <p:nvPr/>
        </p:nvSpPr>
        <p:spPr>
          <a:xfrm>
            <a:off x="342900" y="2800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81005A-5F96-4A1F-B0FF-2AC5152DF3A8}"/>
              </a:ext>
            </a:extLst>
          </p:cNvPr>
          <p:cNvSpPr>
            <a:spLocks noGrp="1"/>
          </p:cNvSpPr>
          <p:nvPr/>
        </p:nvSpPr>
        <p:spPr>
          <a:xfrm rot="-2700000">
            <a:off x="17335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F0416D-2842-43A5-9C29-452758349402}"/>
              </a:ext>
            </a:extLst>
          </p:cNvPr>
          <p:cNvSpPr>
            <a:spLocks noGrp="1"/>
          </p:cNvSpPr>
          <p:nvPr/>
        </p:nvSpPr>
        <p:spPr>
          <a:xfrm>
            <a:off x="171450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820632-3AC4-4B36-B557-75C62FBE4AB8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26F822-10E8-48D6-870F-8F658AAEA93E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848649-0EDF-4822-BB84-04935DA1173B}"/>
              </a:ext>
            </a:extLst>
          </p:cNvPr>
          <p:cNvSpPr>
            <a:spLocks noGrp="1"/>
          </p:cNvSpPr>
          <p:nvPr/>
        </p:nvSpPr>
        <p:spPr>
          <a:xfrm>
            <a:off x="12954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539677-B3C5-4CFB-AF45-D85D7B7A65BD}"/>
              </a:ext>
            </a:extLst>
          </p:cNvPr>
          <p:cNvSpPr>
            <a:spLocks noGrp="1"/>
          </p:cNvSpPr>
          <p:nvPr/>
        </p:nvSpPr>
        <p:spPr>
          <a:xfrm>
            <a:off x="1714500" y="26860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A803CA-358C-4EEE-B8F3-912F2A6FBFBB}"/>
              </a:ext>
            </a:extLst>
          </p:cNvPr>
          <p:cNvSpPr>
            <a:spLocks noGrp="1"/>
          </p:cNvSpPr>
          <p:nvPr/>
        </p:nvSpPr>
        <p:spPr>
          <a:xfrm>
            <a:off x="2133600" y="26860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07F5D6-FC3A-4274-887D-FBCE5D455FE4}"/>
              </a:ext>
            </a:extLst>
          </p:cNvPr>
          <p:cNvSpPr>
            <a:spLocks noGrp="1"/>
          </p:cNvSpPr>
          <p:nvPr/>
        </p:nvSpPr>
        <p:spPr>
          <a:xfrm>
            <a:off x="25527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4741E2-6CB4-4DC8-9CB7-6523D679FF32}"/>
              </a:ext>
            </a:extLst>
          </p:cNvPr>
          <p:cNvSpPr>
            <a:spLocks noGrp="1"/>
          </p:cNvSpPr>
          <p:nvPr/>
        </p:nvSpPr>
        <p:spPr>
          <a:xfrm>
            <a:off x="29718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FE836D-F2F5-4E10-AD12-A054D8CF23E8}"/>
              </a:ext>
            </a:extLst>
          </p:cNvPr>
          <p:cNvSpPr>
            <a:spLocks noGrp="1"/>
          </p:cNvSpPr>
          <p:nvPr/>
        </p:nvSpPr>
        <p:spPr>
          <a:xfrm>
            <a:off x="342900" y="32194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C74A47-274C-4AB1-9331-607A8774CC64}"/>
              </a:ext>
            </a:extLst>
          </p:cNvPr>
          <p:cNvSpPr>
            <a:spLocks noGrp="1"/>
          </p:cNvSpPr>
          <p:nvPr/>
        </p:nvSpPr>
        <p:spPr>
          <a:xfrm rot="-2700000">
            <a:off x="21526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A42E63-CF05-489F-B16F-F64A7678CE8B}"/>
              </a:ext>
            </a:extLst>
          </p:cNvPr>
          <p:cNvSpPr>
            <a:spLocks noGrp="1"/>
          </p:cNvSpPr>
          <p:nvPr/>
        </p:nvSpPr>
        <p:spPr>
          <a:xfrm>
            <a:off x="213360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3F2018-2BEA-44C2-877D-2559CFCE0AAA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6EDA56-E89C-400F-8B3A-BF2D5DC36E0B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34767D-C553-43F6-9C47-93B98B0B0CB9}"/>
              </a:ext>
            </a:extLst>
          </p:cNvPr>
          <p:cNvSpPr>
            <a:spLocks noGrp="1"/>
          </p:cNvSpPr>
          <p:nvPr/>
        </p:nvSpPr>
        <p:spPr>
          <a:xfrm>
            <a:off x="12954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8D0EEF-2E3C-42B0-95B2-AE49AE97F821}"/>
              </a:ext>
            </a:extLst>
          </p:cNvPr>
          <p:cNvSpPr>
            <a:spLocks noGrp="1"/>
          </p:cNvSpPr>
          <p:nvPr/>
        </p:nvSpPr>
        <p:spPr>
          <a:xfrm>
            <a:off x="1714500" y="31051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813168-F641-4667-86B1-BEB86A0ADA6B}"/>
              </a:ext>
            </a:extLst>
          </p:cNvPr>
          <p:cNvSpPr>
            <a:spLocks noGrp="1"/>
          </p:cNvSpPr>
          <p:nvPr/>
        </p:nvSpPr>
        <p:spPr>
          <a:xfrm>
            <a:off x="2133600" y="31051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5C5001-7101-426B-80CF-7CD1C359753B}"/>
              </a:ext>
            </a:extLst>
          </p:cNvPr>
          <p:cNvSpPr>
            <a:spLocks noGrp="1"/>
          </p:cNvSpPr>
          <p:nvPr/>
        </p:nvSpPr>
        <p:spPr>
          <a:xfrm>
            <a:off x="25527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853B78-9432-4336-8283-DB219AC15EC1}"/>
              </a:ext>
            </a:extLst>
          </p:cNvPr>
          <p:cNvSpPr>
            <a:spLocks noGrp="1"/>
          </p:cNvSpPr>
          <p:nvPr/>
        </p:nvSpPr>
        <p:spPr>
          <a:xfrm>
            <a:off x="29718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8C1C77-9566-4492-924A-EE2C11C0909D}"/>
              </a:ext>
            </a:extLst>
          </p:cNvPr>
          <p:cNvSpPr>
            <a:spLocks noGrp="1"/>
          </p:cNvSpPr>
          <p:nvPr/>
        </p:nvSpPr>
        <p:spPr>
          <a:xfrm>
            <a:off x="342900" y="36385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B107F4-3CD8-49E5-A17B-996BC5811673}"/>
              </a:ext>
            </a:extLst>
          </p:cNvPr>
          <p:cNvSpPr>
            <a:spLocks noGrp="1"/>
          </p:cNvSpPr>
          <p:nvPr/>
        </p:nvSpPr>
        <p:spPr>
          <a:xfrm rot="-2700000">
            <a:off x="25717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C4D01D-013B-4660-90F5-510725D668F8}"/>
              </a:ext>
            </a:extLst>
          </p:cNvPr>
          <p:cNvSpPr>
            <a:spLocks noGrp="1"/>
          </p:cNvSpPr>
          <p:nvPr/>
        </p:nvSpPr>
        <p:spPr>
          <a:xfrm>
            <a:off x="255270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BCA601-AF9A-4A25-8245-C01147596D0F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1F4A8E-F0BB-4D62-82C1-C2791117BF27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400131-A81F-4201-909F-CE9887D8541F}"/>
              </a:ext>
            </a:extLst>
          </p:cNvPr>
          <p:cNvSpPr>
            <a:spLocks noGrp="1"/>
          </p:cNvSpPr>
          <p:nvPr/>
        </p:nvSpPr>
        <p:spPr>
          <a:xfrm>
            <a:off x="129540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DE8D71-7FF1-47AC-8A7A-A1B89C0BBA80}"/>
              </a:ext>
            </a:extLst>
          </p:cNvPr>
          <p:cNvSpPr>
            <a:spLocks noGrp="1"/>
          </p:cNvSpPr>
          <p:nvPr/>
        </p:nvSpPr>
        <p:spPr>
          <a:xfrm>
            <a:off x="171450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FB328D-1035-4F27-8F85-A09C4F72A8F6}"/>
              </a:ext>
            </a:extLst>
          </p:cNvPr>
          <p:cNvSpPr>
            <a:spLocks noGrp="1"/>
          </p:cNvSpPr>
          <p:nvPr/>
        </p:nvSpPr>
        <p:spPr>
          <a:xfrm>
            <a:off x="213360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2277F2-3318-4BE5-8F35-7E885F5F0C48}"/>
              </a:ext>
            </a:extLst>
          </p:cNvPr>
          <p:cNvSpPr>
            <a:spLocks noGrp="1"/>
          </p:cNvSpPr>
          <p:nvPr/>
        </p:nvSpPr>
        <p:spPr>
          <a:xfrm>
            <a:off x="2552700" y="35242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D3423A-B3F9-411B-A5E8-6A9002617F2F}"/>
              </a:ext>
            </a:extLst>
          </p:cNvPr>
          <p:cNvSpPr>
            <a:spLocks noGrp="1"/>
          </p:cNvSpPr>
          <p:nvPr/>
        </p:nvSpPr>
        <p:spPr>
          <a:xfrm>
            <a:off x="2971800" y="35242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8F8F72-3D53-4D32-B65F-6667793AEBCA}"/>
              </a:ext>
            </a:extLst>
          </p:cNvPr>
          <p:cNvSpPr>
            <a:spLocks noGrp="1"/>
          </p:cNvSpPr>
          <p:nvPr/>
        </p:nvSpPr>
        <p:spPr>
          <a:xfrm>
            <a:off x="342900" y="40576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648AB4E-43A6-421B-96D5-9B51DFCAD6F9}"/>
              </a:ext>
            </a:extLst>
          </p:cNvPr>
          <p:cNvSpPr>
            <a:spLocks noGrp="1"/>
          </p:cNvSpPr>
          <p:nvPr/>
        </p:nvSpPr>
        <p:spPr>
          <a:xfrm rot="-2700000">
            <a:off x="29908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3F6D88D-232D-405E-BE72-1AB8662A6D2D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326AB8-44AC-4E3D-AACE-32893A38B78A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ADFD98-BBC2-4039-BEE3-516D03A18B4D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9350E7C-CB8F-46D1-AB73-5BC0271418C4}"/>
              </a:ext>
            </a:extLst>
          </p:cNvPr>
          <p:cNvSpPr>
            <a:spLocks noGrp="1"/>
          </p:cNvSpPr>
          <p:nvPr/>
        </p:nvSpPr>
        <p:spPr>
          <a:xfrm>
            <a:off x="129540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C57870-BEE5-461D-B2F4-269D094BB35D}"/>
              </a:ext>
            </a:extLst>
          </p:cNvPr>
          <p:cNvSpPr>
            <a:spLocks noGrp="1"/>
          </p:cNvSpPr>
          <p:nvPr/>
        </p:nvSpPr>
        <p:spPr>
          <a:xfrm>
            <a:off x="171450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94DD08-B5DF-4788-80F2-BBCF2AFED600}"/>
              </a:ext>
            </a:extLst>
          </p:cNvPr>
          <p:cNvSpPr>
            <a:spLocks noGrp="1"/>
          </p:cNvSpPr>
          <p:nvPr/>
        </p:nvSpPr>
        <p:spPr>
          <a:xfrm>
            <a:off x="213360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7ACA6AE-CCE8-4A4E-A7A8-49CF95004E09}"/>
              </a:ext>
            </a:extLst>
          </p:cNvPr>
          <p:cNvSpPr>
            <a:spLocks noGrp="1"/>
          </p:cNvSpPr>
          <p:nvPr/>
        </p:nvSpPr>
        <p:spPr>
          <a:xfrm>
            <a:off x="2552700" y="39433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486D3C6-35FC-4239-9955-52961F028657}"/>
              </a:ext>
            </a:extLst>
          </p:cNvPr>
          <p:cNvSpPr>
            <a:spLocks noGrp="1"/>
          </p:cNvSpPr>
          <p:nvPr/>
        </p:nvSpPr>
        <p:spPr>
          <a:xfrm>
            <a:off x="2971800" y="39433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D5DD01F-CD40-4D3D-A66D-F3FC131F28FA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2514600" cy="2514600"/>
          </a:xfrm>
          <a:prstGeom prst="rect">
            <a:avLst/>
          </a:prstGeom>
          <a:noFill/>
          <a:ln w="14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DBE6369-A2EB-4B62-8014-A4CF63D5F5AB}"/>
              </a:ext>
            </a:extLst>
          </p:cNvPr>
          <p:cNvSpPr>
            <a:spLocks noGrp="1"/>
          </p:cNvSpPr>
          <p:nvPr/>
        </p:nvSpPr>
        <p:spPr>
          <a:xfrm>
            <a:off x="1390650" y="49149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destination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84490D5-E073-4517-A68E-C27C76673791}"/>
              </a:ext>
            </a:extLst>
          </p:cNvPr>
          <p:cNvSpPr>
            <a:spLocks noGrp="1"/>
          </p:cNvSpPr>
          <p:nvPr/>
        </p:nvSpPr>
        <p:spPr>
          <a:xfrm>
            <a:off x="4381500" y="1428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AM: home to work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77DF38C-4C80-4FBC-A5BA-48AD277B2B89}"/>
              </a:ext>
            </a:extLst>
          </p:cNvPr>
          <p:cNvSpPr>
            <a:spLocks noGrp="1"/>
          </p:cNvSpPr>
          <p:nvPr/>
        </p:nvSpPr>
        <p:spPr>
          <a:xfrm>
            <a:off x="4019550" y="1962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C7A581-FD94-46E7-95B3-DF0FA9BDE05A}"/>
              </a:ext>
            </a:extLst>
          </p:cNvPr>
          <p:cNvSpPr>
            <a:spLocks noGrp="1"/>
          </p:cNvSpPr>
          <p:nvPr/>
        </p:nvSpPr>
        <p:spPr>
          <a:xfrm rot="-2700000">
            <a:off x="45720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4EBFA2C-A13A-4665-BC03-6631DF8C101D}"/>
              </a:ext>
            </a:extLst>
          </p:cNvPr>
          <p:cNvSpPr>
            <a:spLocks noGrp="1"/>
          </p:cNvSpPr>
          <p:nvPr/>
        </p:nvSpPr>
        <p:spPr>
          <a:xfrm>
            <a:off x="455295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391534D-B6F8-48CD-AE92-E5FF85956393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1B89A8-9FD9-4C48-9303-7280D6E45732}"/>
              </a:ext>
            </a:extLst>
          </p:cNvPr>
          <p:cNvSpPr>
            <a:spLocks noGrp="1"/>
          </p:cNvSpPr>
          <p:nvPr/>
        </p:nvSpPr>
        <p:spPr>
          <a:xfrm>
            <a:off x="4552950" y="18478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70D87A5-8ADB-4A16-8AD5-75EFF3486F06}"/>
              </a:ext>
            </a:extLst>
          </p:cNvPr>
          <p:cNvSpPr>
            <a:spLocks noGrp="1"/>
          </p:cNvSpPr>
          <p:nvPr/>
        </p:nvSpPr>
        <p:spPr>
          <a:xfrm>
            <a:off x="4972050" y="18478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179CEAE-CCA8-4D35-AC8B-D7603EB2E009}"/>
              </a:ext>
            </a:extLst>
          </p:cNvPr>
          <p:cNvSpPr>
            <a:spLocks noGrp="1"/>
          </p:cNvSpPr>
          <p:nvPr/>
        </p:nvSpPr>
        <p:spPr>
          <a:xfrm>
            <a:off x="539115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AC44B25-62CC-454E-A681-0CEE541E35F2}"/>
              </a:ext>
            </a:extLst>
          </p:cNvPr>
          <p:cNvSpPr>
            <a:spLocks noGrp="1"/>
          </p:cNvSpPr>
          <p:nvPr/>
        </p:nvSpPr>
        <p:spPr>
          <a:xfrm>
            <a:off x="581025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333D620-30EC-4796-B3E7-5DD281C09C68}"/>
              </a:ext>
            </a:extLst>
          </p:cNvPr>
          <p:cNvSpPr>
            <a:spLocks noGrp="1"/>
          </p:cNvSpPr>
          <p:nvPr/>
        </p:nvSpPr>
        <p:spPr>
          <a:xfrm>
            <a:off x="6229350" y="18478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1DA8E7D-7416-4E6B-9D35-A170C5AFE2CB}"/>
              </a:ext>
            </a:extLst>
          </p:cNvPr>
          <p:cNvSpPr>
            <a:spLocks noGrp="1"/>
          </p:cNvSpPr>
          <p:nvPr/>
        </p:nvSpPr>
        <p:spPr>
          <a:xfrm>
            <a:off x="6648450" y="18478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7D24E03-7E1D-4BB3-8B3D-A539CC7283AB}"/>
              </a:ext>
            </a:extLst>
          </p:cNvPr>
          <p:cNvSpPr>
            <a:spLocks noGrp="1"/>
          </p:cNvSpPr>
          <p:nvPr/>
        </p:nvSpPr>
        <p:spPr>
          <a:xfrm>
            <a:off x="401955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DC891C8-497A-40E0-B233-0E652B8A70F6}"/>
              </a:ext>
            </a:extLst>
          </p:cNvPr>
          <p:cNvSpPr>
            <a:spLocks noGrp="1"/>
          </p:cNvSpPr>
          <p:nvPr/>
        </p:nvSpPr>
        <p:spPr>
          <a:xfrm rot="-2700000">
            <a:off x="49911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5495F9-8FC1-4CCB-A66A-6C7F6A4BEB96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BE3D95F-377D-4D02-9A64-76D80A29814C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621982-E82E-46C6-9A59-1E2D634312F9}"/>
              </a:ext>
            </a:extLst>
          </p:cNvPr>
          <p:cNvSpPr>
            <a:spLocks noGrp="1"/>
          </p:cNvSpPr>
          <p:nvPr/>
        </p:nvSpPr>
        <p:spPr>
          <a:xfrm>
            <a:off x="4552950" y="22669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B154100-F43E-4310-A08B-63B533861DBC}"/>
              </a:ext>
            </a:extLst>
          </p:cNvPr>
          <p:cNvSpPr>
            <a:spLocks noGrp="1"/>
          </p:cNvSpPr>
          <p:nvPr/>
        </p:nvSpPr>
        <p:spPr>
          <a:xfrm>
            <a:off x="4972050" y="22669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8C45C7D-44FF-4FAB-8816-A8195FCAFC13}"/>
              </a:ext>
            </a:extLst>
          </p:cNvPr>
          <p:cNvSpPr>
            <a:spLocks noGrp="1"/>
          </p:cNvSpPr>
          <p:nvPr/>
        </p:nvSpPr>
        <p:spPr>
          <a:xfrm>
            <a:off x="539115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425B91A-9D86-4014-B853-ADF340FEF936}"/>
              </a:ext>
            </a:extLst>
          </p:cNvPr>
          <p:cNvSpPr>
            <a:spLocks noGrp="1"/>
          </p:cNvSpPr>
          <p:nvPr/>
        </p:nvSpPr>
        <p:spPr>
          <a:xfrm>
            <a:off x="581025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9DBA160-3F1A-4773-9C75-3B8C8BE52049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64E6BD1-015B-4DD8-85ED-2874ABDE5C7E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78CF9B7-DDF0-47C2-8262-35252EAC87C2}"/>
              </a:ext>
            </a:extLst>
          </p:cNvPr>
          <p:cNvSpPr>
            <a:spLocks noGrp="1"/>
          </p:cNvSpPr>
          <p:nvPr/>
        </p:nvSpPr>
        <p:spPr>
          <a:xfrm>
            <a:off x="4019550" y="2800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2180A1-D6C7-4C79-93D3-9E2532F74055}"/>
              </a:ext>
            </a:extLst>
          </p:cNvPr>
          <p:cNvSpPr>
            <a:spLocks noGrp="1"/>
          </p:cNvSpPr>
          <p:nvPr/>
        </p:nvSpPr>
        <p:spPr>
          <a:xfrm rot="-2700000">
            <a:off x="54102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A515585-23E1-4D3C-B9CA-175262BCB28B}"/>
              </a:ext>
            </a:extLst>
          </p:cNvPr>
          <p:cNvSpPr>
            <a:spLocks noGrp="1"/>
          </p:cNvSpPr>
          <p:nvPr/>
        </p:nvSpPr>
        <p:spPr>
          <a:xfrm>
            <a:off x="539115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C36A14-6813-4B05-87AF-7549430323BE}"/>
              </a:ext>
            </a:extLst>
          </p:cNvPr>
          <p:cNvSpPr>
            <a:spLocks noGrp="1"/>
          </p:cNvSpPr>
          <p:nvPr/>
        </p:nvSpPr>
        <p:spPr>
          <a:xfrm>
            <a:off x="4457700" y="26860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3AAF757-6D39-44D4-B540-A179D3555851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A17904C-5BD9-4C98-B444-1ED8231851E7}"/>
              </a:ext>
            </a:extLst>
          </p:cNvPr>
          <p:cNvSpPr>
            <a:spLocks noGrp="1"/>
          </p:cNvSpPr>
          <p:nvPr/>
        </p:nvSpPr>
        <p:spPr>
          <a:xfrm>
            <a:off x="497205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582971F-E48D-4F83-A752-684A182493E9}"/>
              </a:ext>
            </a:extLst>
          </p:cNvPr>
          <p:cNvSpPr>
            <a:spLocks noGrp="1"/>
          </p:cNvSpPr>
          <p:nvPr/>
        </p:nvSpPr>
        <p:spPr>
          <a:xfrm>
            <a:off x="5391150" y="26860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D6516CC-53E9-4B47-98AC-EC020BBEC6C1}"/>
              </a:ext>
            </a:extLst>
          </p:cNvPr>
          <p:cNvSpPr>
            <a:spLocks noGrp="1"/>
          </p:cNvSpPr>
          <p:nvPr/>
        </p:nvSpPr>
        <p:spPr>
          <a:xfrm>
            <a:off x="5810250" y="26860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9D81D4-DEE8-42E1-BFC0-B72C73724C95}"/>
              </a:ext>
            </a:extLst>
          </p:cNvPr>
          <p:cNvSpPr>
            <a:spLocks noGrp="1"/>
          </p:cNvSpPr>
          <p:nvPr/>
        </p:nvSpPr>
        <p:spPr>
          <a:xfrm>
            <a:off x="6229350" y="26860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EDE8925-2D06-4EAA-8C75-5D38BBADC5F8}"/>
              </a:ext>
            </a:extLst>
          </p:cNvPr>
          <p:cNvSpPr>
            <a:spLocks noGrp="1"/>
          </p:cNvSpPr>
          <p:nvPr/>
        </p:nvSpPr>
        <p:spPr>
          <a:xfrm>
            <a:off x="6648450" y="26860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27EEE04-361F-44FB-BF25-7EC939D1A56A}"/>
              </a:ext>
            </a:extLst>
          </p:cNvPr>
          <p:cNvSpPr>
            <a:spLocks noGrp="1"/>
          </p:cNvSpPr>
          <p:nvPr/>
        </p:nvSpPr>
        <p:spPr>
          <a:xfrm>
            <a:off x="4019550" y="32194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1B79E7-AF79-4B5F-A84B-6AC9CBDC4405}"/>
              </a:ext>
            </a:extLst>
          </p:cNvPr>
          <p:cNvSpPr>
            <a:spLocks noGrp="1"/>
          </p:cNvSpPr>
          <p:nvPr/>
        </p:nvSpPr>
        <p:spPr>
          <a:xfrm rot="-2700000">
            <a:off x="58293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9A5168-BA1A-400A-9CDC-46D9513274D9}"/>
              </a:ext>
            </a:extLst>
          </p:cNvPr>
          <p:cNvSpPr>
            <a:spLocks noGrp="1"/>
          </p:cNvSpPr>
          <p:nvPr/>
        </p:nvSpPr>
        <p:spPr>
          <a:xfrm>
            <a:off x="581025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927F503-E110-409F-89E1-138A0BE42061}"/>
              </a:ext>
            </a:extLst>
          </p:cNvPr>
          <p:cNvSpPr>
            <a:spLocks noGrp="1"/>
          </p:cNvSpPr>
          <p:nvPr/>
        </p:nvSpPr>
        <p:spPr>
          <a:xfrm>
            <a:off x="4457700" y="31051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C45CCB7-DB34-4DB5-B964-571CA5BBB0F8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A115156-65BF-4EEF-AA6E-F2A60A340DE6}"/>
              </a:ext>
            </a:extLst>
          </p:cNvPr>
          <p:cNvSpPr>
            <a:spLocks noGrp="1"/>
          </p:cNvSpPr>
          <p:nvPr/>
        </p:nvSpPr>
        <p:spPr>
          <a:xfrm>
            <a:off x="497205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F650FC5-38E5-422C-88ED-C3BDB0B9C12D}"/>
              </a:ext>
            </a:extLst>
          </p:cNvPr>
          <p:cNvSpPr>
            <a:spLocks noGrp="1"/>
          </p:cNvSpPr>
          <p:nvPr/>
        </p:nvSpPr>
        <p:spPr>
          <a:xfrm>
            <a:off x="5391150" y="31051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B5218FE-5988-4326-9C62-09035DB78FC2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F79C803-FBB6-4753-B3AE-E17CCF95691F}"/>
              </a:ext>
            </a:extLst>
          </p:cNvPr>
          <p:cNvSpPr>
            <a:spLocks noGrp="1"/>
          </p:cNvSpPr>
          <p:nvPr/>
        </p:nvSpPr>
        <p:spPr>
          <a:xfrm>
            <a:off x="6229350" y="31051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CAE53E8-FFF7-4254-A4F8-D97A8F8ABE93}"/>
              </a:ext>
            </a:extLst>
          </p:cNvPr>
          <p:cNvSpPr>
            <a:spLocks noGrp="1"/>
          </p:cNvSpPr>
          <p:nvPr/>
        </p:nvSpPr>
        <p:spPr>
          <a:xfrm>
            <a:off x="6648450" y="31051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FB719BC-313F-4047-83B2-CDC655E831FF}"/>
              </a:ext>
            </a:extLst>
          </p:cNvPr>
          <p:cNvSpPr>
            <a:spLocks noGrp="1"/>
          </p:cNvSpPr>
          <p:nvPr/>
        </p:nvSpPr>
        <p:spPr>
          <a:xfrm>
            <a:off x="4019550" y="36385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59241D0-50E3-471C-BFAB-2AF675DE0553}"/>
              </a:ext>
            </a:extLst>
          </p:cNvPr>
          <p:cNvSpPr>
            <a:spLocks noGrp="1"/>
          </p:cNvSpPr>
          <p:nvPr/>
        </p:nvSpPr>
        <p:spPr>
          <a:xfrm rot="-2700000">
            <a:off x="62484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CF6FB53-AE42-4AA2-A43B-E34A6196E264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348CE23-008F-4506-8257-0903A48D8166}"/>
              </a:ext>
            </a:extLst>
          </p:cNvPr>
          <p:cNvSpPr>
            <a:spLocks noGrp="1"/>
          </p:cNvSpPr>
          <p:nvPr/>
        </p:nvSpPr>
        <p:spPr>
          <a:xfrm>
            <a:off x="4457700" y="35242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4729C02-C7BC-4E72-975F-C53361218901}"/>
              </a:ext>
            </a:extLst>
          </p:cNvPr>
          <p:cNvSpPr>
            <a:spLocks noGrp="1"/>
          </p:cNvSpPr>
          <p:nvPr/>
        </p:nvSpPr>
        <p:spPr>
          <a:xfrm>
            <a:off x="455295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89ED7C5-F78E-4449-B450-02AE0E9CA5D2}"/>
              </a:ext>
            </a:extLst>
          </p:cNvPr>
          <p:cNvSpPr>
            <a:spLocks noGrp="1"/>
          </p:cNvSpPr>
          <p:nvPr/>
        </p:nvSpPr>
        <p:spPr>
          <a:xfrm>
            <a:off x="497205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59FB286-80B1-4FE4-92A8-C11ECAE30D33}"/>
              </a:ext>
            </a:extLst>
          </p:cNvPr>
          <p:cNvSpPr>
            <a:spLocks noGrp="1"/>
          </p:cNvSpPr>
          <p:nvPr/>
        </p:nvSpPr>
        <p:spPr>
          <a:xfrm>
            <a:off x="539115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2865C42-A9B7-4678-9B1C-7F9D3433CF91}"/>
              </a:ext>
            </a:extLst>
          </p:cNvPr>
          <p:cNvSpPr>
            <a:spLocks noGrp="1"/>
          </p:cNvSpPr>
          <p:nvPr/>
        </p:nvSpPr>
        <p:spPr>
          <a:xfrm>
            <a:off x="5810250" y="35242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454BD3C-D561-42D4-B042-159C89D8939E}"/>
              </a:ext>
            </a:extLst>
          </p:cNvPr>
          <p:cNvSpPr>
            <a:spLocks noGrp="1"/>
          </p:cNvSpPr>
          <p:nvPr/>
        </p:nvSpPr>
        <p:spPr>
          <a:xfrm>
            <a:off x="6229350" y="35242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6C6573F-E2B5-4332-B877-E45EDEF1DA7D}"/>
              </a:ext>
            </a:extLst>
          </p:cNvPr>
          <p:cNvSpPr>
            <a:spLocks noGrp="1"/>
          </p:cNvSpPr>
          <p:nvPr/>
        </p:nvSpPr>
        <p:spPr>
          <a:xfrm>
            <a:off x="6648450" y="35242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F8C48B7-26A5-4EC1-B89A-BFA0D5587003}"/>
              </a:ext>
            </a:extLst>
          </p:cNvPr>
          <p:cNvSpPr>
            <a:spLocks noGrp="1"/>
          </p:cNvSpPr>
          <p:nvPr/>
        </p:nvSpPr>
        <p:spPr>
          <a:xfrm>
            <a:off x="4019550" y="40576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74EE294-6FCD-4E4C-8BA6-EC94FD125B2F}"/>
              </a:ext>
            </a:extLst>
          </p:cNvPr>
          <p:cNvSpPr>
            <a:spLocks noGrp="1"/>
          </p:cNvSpPr>
          <p:nvPr/>
        </p:nvSpPr>
        <p:spPr>
          <a:xfrm rot="-2700000">
            <a:off x="666750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9531813-5A55-42AD-B7C8-8E591D1AB358}"/>
              </a:ext>
            </a:extLst>
          </p:cNvPr>
          <p:cNvSpPr>
            <a:spLocks noGrp="1"/>
          </p:cNvSpPr>
          <p:nvPr/>
        </p:nvSpPr>
        <p:spPr>
          <a:xfrm>
            <a:off x="664845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EFBDE1C-7D12-4F3D-B537-15F588BA8F9D}"/>
              </a:ext>
            </a:extLst>
          </p:cNvPr>
          <p:cNvSpPr>
            <a:spLocks noGrp="1"/>
          </p:cNvSpPr>
          <p:nvPr/>
        </p:nvSpPr>
        <p:spPr>
          <a:xfrm>
            <a:off x="4457700" y="39433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907A302-F006-4C75-916F-599C2FE3C2AE}"/>
              </a:ext>
            </a:extLst>
          </p:cNvPr>
          <p:cNvSpPr>
            <a:spLocks noGrp="1"/>
          </p:cNvSpPr>
          <p:nvPr/>
        </p:nvSpPr>
        <p:spPr>
          <a:xfrm>
            <a:off x="455295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49AB405-704D-4051-ACE3-D0B03045EE66}"/>
              </a:ext>
            </a:extLst>
          </p:cNvPr>
          <p:cNvSpPr>
            <a:spLocks noGrp="1"/>
          </p:cNvSpPr>
          <p:nvPr/>
        </p:nvSpPr>
        <p:spPr>
          <a:xfrm>
            <a:off x="497205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39FF48E-7B72-4656-803B-1AC9FC6903F5}"/>
              </a:ext>
            </a:extLst>
          </p:cNvPr>
          <p:cNvSpPr>
            <a:spLocks noGrp="1"/>
          </p:cNvSpPr>
          <p:nvPr/>
        </p:nvSpPr>
        <p:spPr>
          <a:xfrm>
            <a:off x="539115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D9D1D51-E738-4687-BD24-F8ABC8354FD9}"/>
              </a:ext>
            </a:extLst>
          </p:cNvPr>
          <p:cNvSpPr>
            <a:spLocks noGrp="1"/>
          </p:cNvSpPr>
          <p:nvPr/>
        </p:nvSpPr>
        <p:spPr>
          <a:xfrm>
            <a:off x="5810250" y="39433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9BE53C0-4D24-4454-95AC-54449B095B4A}"/>
              </a:ext>
            </a:extLst>
          </p:cNvPr>
          <p:cNvSpPr>
            <a:spLocks noGrp="1"/>
          </p:cNvSpPr>
          <p:nvPr/>
        </p:nvSpPr>
        <p:spPr>
          <a:xfrm>
            <a:off x="6229350" y="39433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340BACF-6E74-4C4C-858E-042901BC1D6A}"/>
              </a:ext>
            </a:extLst>
          </p:cNvPr>
          <p:cNvSpPr>
            <a:spLocks noGrp="1"/>
          </p:cNvSpPr>
          <p:nvPr/>
        </p:nvSpPr>
        <p:spPr>
          <a:xfrm>
            <a:off x="6648450" y="39433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81FC4AE-C31A-4746-A425-8D909C911D58}"/>
              </a:ext>
            </a:extLst>
          </p:cNvPr>
          <p:cNvSpPr>
            <a:spLocks noGrp="1"/>
          </p:cNvSpPr>
          <p:nvPr/>
        </p:nvSpPr>
        <p:spPr>
          <a:xfrm>
            <a:off x="4552950" y="1847850"/>
            <a:ext cx="2514600" cy="2514600"/>
          </a:xfrm>
          <a:prstGeom prst="rect">
            <a:avLst/>
          </a:prstGeom>
          <a:noFill/>
          <a:ln w="14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AF9E511-C9C8-4414-AF62-4468A5043788}"/>
              </a:ext>
            </a:extLst>
          </p:cNvPr>
          <p:cNvSpPr>
            <a:spLocks noGrp="1"/>
          </p:cNvSpPr>
          <p:nvPr/>
        </p:nvSpPr>
        <p:spPr>
          <a:xfrm>
            <a:off x="5067300" y="49149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destination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4DCAFF5-8BBB-4FA4-8868-92BC6BDFC5D4}"/>
              </a:ext>
            </a:extLst>
          </p:cNvPr>
          <p:cNvSpPr>
            <a:spLocks noGrp="1"/>
          </p:cNvSpPr>
          <p:nvPr/>
        </p:nvSpPr>
        <p:spPr>
          <a:xfrm>
            <a:off x="6353175" y="19050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260BB87-5B98-49E8-B10D-C7A2B8EFB2B0}"/>
              </a:ext>
            </a:extLst>
          </p:cNvPr>
          <p:cNvSpPr>
            <a:spLocks noGrp="1"/>
          </p:cNvSpPr>
          <p:nvPr/>
        </p:nvSpPr>
        <p:spPr>
          <a:xfrm>
            <a:off x="6772275" y="19050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5AEFEB9-DE8D-474F-AAB2-469DEB5F035B}"/>
              </a:ext>
            </a:extLst>
          </p:cNvPr>
          <p:cNvSpPr>
            <a:spLocks noGrp="1"/>
          </p:cNvSpPr>
          <p:nvPr/>
        </p:nvSpPr>
        <p:spPr>
          <a:xfrm>
            <a:off x="6353175" y="23241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DD30E5F-83B8-4629-A23A-7ADA4CD3D55E}"/>
              </a:ext>
            </a:extLst>
          </p:cNvPr>
          <p:cNvSpPr>
            <a:spLocks noGrp="1"/>
          </p:cNvSpPr>
          <p:nvPr/>
        </p:nvSpPr>
        <p:spPr>
          <a:xfrm>
            <a:off x="6772275" y="23241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DA3D69C-816B-4633-9D2A-088B43AAC00B}"/>
              </a:ext>
            </a:extLst>
          </p:cNvPr>
          <p:cNvSpPr>
            <a:spLocks noGrp="1"/>
          </p:cNvSpPr>
          <p:nvPr/>
        </p:nvSpPr>
        <p:spPr>
          <a:xfrm>
            <a:off x="8058150" y="1428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PM: work to home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BF7DA43-59D6-4032-8FE5-ADE8202D82AE}"/>
              </a:ext>
            </a:extLst>
          </p:cNvPr>
          <p:cNvSpPr>
            <a:spLocks noGrp="1"/>
          </p:cNvSpPr>
          <p:nvPr/>
        </p:nvSpPr>
        <p:spPr>
          <a:xfrm>
            <a:off x="7696200" y="1962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23F0404-B4FE-4FF3-AE00-270C5E69B998}"/>
              </a:ext>
            </a:extLst>
          </p:cNvPr>
          <p:cNvSpPr>
            <a:spLocks noGrp="1"/>
          </p:cNvSpPr>
          <p:nvPr/>
        </p:nvSpPr>
        <p:spPr>
          <a:xfrm rot="-2700000">
            <a:off x="82486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R1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F9386E0-F9CC-4CF7-9FC3-8C476FCA3C46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D2AF4B-03B7-42DA-A268-4A3B0BF1143D}"/>
              </a:ext>
            </a:extLst>
          </p:cNvPr>
          <p:cNvSpPr>
            <a:spLocks noGrp="1"/>
          </p:cNvSpPr>
          <p:nvPr/>
        </p:nvSpPr>
        <p:spPr>
          <a:xfrm>
            <a:off x="8134350" y="18478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5DF0253-5D37-43BB-8DB7-9E2A197F7AD7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902C0FC-760D-422A-B88D-DC0FE7E49424}"/>
              </a:ext>
            </a:extLst>
          </p:cNvPr>
          <p:cNvSpPr>
            <a:spLocks noGrp="1"/>
          </p:cNvSpPr>
          <p:nvPr/>
        </p:nvSpPr>
        <p:spPr>
          <a:xfrm>
            <a:off x="8648700" y="18478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33EA047-3665-4D35-A527-41260DD50028}"/>
              </a:ext>
            </a:extLst>
          </p:cNvPr>
          <p:cNvSpPr>
            <a:spLocks noGrp="1"/>
          </p:cNvSpPr>
          <p:nvPr/>
        </p:nvSpPr>
        <p:spPr>
          <a:xfrm>
            <a:off x="90678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F959DB0-1C7A-4364-9DAE-45168FA8255F}"/>
              </a:ext>
            </a:extLst>
          </p:cNvPr>
          <p:cNvSpPr>
            <a:spLocks noGrp="1"/>
          </p:cNvSpPr>
          <p:nvPr/>
        </p:nvSpPr>
        <p:spPr>
          <a:xfrm>
            <a:off x="94869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D4E4D0-D906-4DC7-A644-CD95D6A2FA95}"/>
              </a:ext>
            </a:extLst>
          </p:cNvPr>
          <p:cNvSpPr>
            <a:spLocks noGrp="1"/>
          </p:cNvSpPr>
          <p:nvPr/>
        </p:nvSpPr>
        <p:spPr>
          <a:xfrm>
            <a:off x="99060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86E50CE-2E6B-4D8F-8CA4-1EE3A71E1A32}"/>
              </a:ext>
            </a:extLst>
          </p:cNvPr>
          <p:cNvSpPr>
            <a:spLocks noGrp="1"/>
          </p:cNvSpPr>
          <p:nvPr/>
        </p:nvSpPr>
        <p:spPr>
          <a:xfrm>
            <a:off x="10325100" y="18478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B2BB30C-EB4E-48EB-9179-396148A17EE4}"/>
              </a:ext>
            </a:extLst>
          </p:cNvPr>
          <p:cNvSpPr>
            <a:spLocks noGrp="1"/>
          </p:cNvSpPr>
          <p:nvPr/>
        </p:nvSpPr>
        <p:spPr>
          <a:xfrm>
            <a:off x="7696200" y="23812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EC8B705-19BE-46A3-B7CB-D39FECF5F846}"/>
              </a:ext>
            </a:extLst>
          </p:cNvPr>
          <p:cNvSpPr>
            <a:spLocks noGrp="1"/>
          </p:cNvSpPr>
          <p:nvPr/>
        </p:nvSpPr>
        <p:spPr>
          <a:xfrm rot="-2700000">
            <a:off x="86677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R2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22FAE2E-C60E-45EF-8E2E-D5B6C535A59F}"/>
              </a:ext>
            </a:extLst>
          </p:cNvPr>
          <p:cNvSpPr>
            <a:spLocks noGrp="1"/>
          </p:cNvSpPr>
          <p:nvPr/>
        </p:nvSpPr>
        <p:spPr>
          <a:xfrm>
            <a:off x="8648700" y="1752600"/>
            <a:ext cx="419100" cy="762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5EA649A-F4AB-40A5-8462-1594ACBDD920}"/>
              </a:ext>
            </a:extLst>
          </p:cNvPr>
          <p:cNvSpPr>
            <a:spLocks noGrp="1"/>
          </p:cNvSpPr>
          <p:nvPr/>
        </p:nvSpPr>
        <p:spPr>
          <a:xfrm>
            <a:off x="8134350" y="2266950"/>
            <a:ext cx="76200" cy="419100"/>
          </a:xfrm>
          <a:prstGeom prst="rect">
            <a:avLst/>
          </a:prstGeom>
          <a:solidFill>
            <a:srgbClr val="2F6FB0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DEE4185-07CC-4E51-9716-1125DFE36BDC}"/>
              </a:ext>
            </a:extLst>
          </p:cNvPr>
          <p:cNvSpPr>
            <a:spLocks noGrp="1"/>
          </p:cNvSpPr>
          <p:nvPr/>
        </p:nvSpPr>
        <p:spPr>
          <a:xfrm>
            <a:off x="8229600" y="22669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DE3D5DB-4DBA-4ADA-BBA5-13158D52CEFC}"/>
              </a:ext>
            </a:extLst>
          </p:cNvPr>
          <p:cNvSpPr>
            <a:spLocks noGrp="1"/>
          </p:cNvSpPr>
          <p:nvPr/>
        </p:nvSpPr>
        <p:spPr>
          <a:xfrm>
            <a:off x="8648700" y="22669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8FAC4B6-B588-476F-98F3-DC6565E8E5D4}"/>
              </a:ext>
            </a:extLst>
          </p:cNvPr>
          <p:cNvSpPr>
            <a:spLocks noGrp="1"/>
          </p:cNvSpPr>
          <p:nvPr/>
        </p:nvSpPr>
        <p:spPr>
          <a:xfrm>
            <a:off x="90678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921E713-60A8-4053-83DD-42254196BAEF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C6EDF77-22D7-4B68-9E0A-77CE0152D212}"/>
              </a:ext>
            </a:extLst>
          </p:cNvPr>
          <p:cNvSpPr>
            <a:spLocks noGrp="1"/>
          </p:cNvSpPr>
          <p:nvPr/>
        </p:nvSpPr>
        <p:spPr>
          <a:xfrm>
            <a:off x="99060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450336A-A84E-48D3-9B97-434D65AF207C}"/>
              </a:ext>
            </a:extLst>
          </p:cNvPr>
          <p:cNvSpPr>
            <a:spLocks noGrp="1"/>
          </p:cNvSpPr>
          <p:nvPr/>
        </p:nvSpPr>
        <p:spPr>
          <a:xfrm>
            <a:off x="10325100" y="22669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DF71898-5407-4142-838D-CBD81D531508}"/>
              </a:ext>
            </a:extLst>
          </p:cNvPr>
          <p:cNvSpPr>
            <a:spLocks noGrp="1"/>
          </p:cNvSpPr>
          <p:nvPr/>
        </p:nvSpPr>
        <p:spPr>
          <a:xfrm>
            <a:off x="7696200" y="2800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9D7D214-C239-4450-BA6F-E8809B913D15}"/>
              </a:ext>
            </a:extLst>
          </p:cNvPr>
          <p:cNvSpPr>
            <a:spLocks noGrp="1"/>
          </p:cNvSpPr>
          <p:nvPr/>
        </p:nvSpPr>
        <p:spPr>
          <a:xfrm rot="-2700000">
            <a:off x="90868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152A2C2-CFF7-4B3F-9230-A5DEDCEB25B2}"/>
              </a:ext>
            </a:extLst>
          </p:cNvPr>
          <p:cNvSpPr>
            <a:spLocks noGrp="1"/>
          </p:cNvSpPr>
          <p:nvPr/>
        </p:nvSpPr>
        <p:spPr>
          <a:xfrm>
            <a:off x="906780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28AB608-3D9C-4A53-96A1-910D597CE2B6}"/>
              </a:ext>
            </a:extLst>
          </p:cNvPr>
          <p:cNvSpPr>
            <a:spLocks noGrp="1"/>
          </p:cNvSpPr>
          <p:nvPr/>
        </p:nvSpPr>
        <p:spPr>
          <a:xfrm>
            <a:off x="8134350" y="26860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E78D7C5-500B-4C60-81E6-105D7E613BB7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1F8B0B9-A6A1-4780-9BAA-F9555C60F704}"/>
              </a:ext>
            </a:extLst>
          </p:cNvPr>
          <p:cNvSpPr>
            <a:spLocks noGrp="1"/>
          </p:cNvSpPr>
          <p:nvPr/>
        </p:nvSpPr>
        <p:spPr>
          <a:xfrm>
            <a:off x="86487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723DE8B-763B-45B9-B259-20F7D497E7F7}"/>
              </a:ext>
            </a:extLst>
          </p:cNvPr>
          <p:cNvSpPr>
            <a:spLocks noGrp="1"/>
          </p:cNvSpPr>
          <p:nvPr/>
        </p:nvSpPr>
        <p:spPr>
          <a:xfrm>
            <a:off x="9067800" y="26860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51840BA-D2C6-44E6-B371-37D05204524F}"/>
              </a:ext>
            </a:extLst>
          </p:cNvPr>
          <p:cNvSpPr>
            <a:spLocks noGrp="1"/>
          </p:cNvSpPr>
          <p:nvPr/>
        </p:nvSpPr>
        <p:spPr>
          <a:xfrm>
            <a:off x="9486900" y="26860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F9D284E-BCDE-4CD5-8649-03B05C601A9D}"/>
              </a:ext>
            </a:extLst>
          </p:cNvPr>
          <p:cNvSpPr>
            <a:spLocks noGrp="1"/>
          </p:cNvSpPr>
          <p:nvPr/>
        </p:nvSpPr>
        <p:spPr>
          <a:xfrm>
            <a:off x="99060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8697EA8-0884-42A2-A771-5C1D45CD8244}"/>
              </a:ext>
            </a:extLst>
          </p:cNvPr>
          <p:cNvSpPr>
            <a:spLocks noGrp="1"/>
          </p:cNvSpPr>
          <p:nvPr/>
        </p:nvSpPr>
        <p:spPr>
          <a:xfrm>
            <a:off x="10325100" y="26860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5861215-EABF-42AE-B3EF-0A4C1B4B5B0C}"/>
              </a:ext>
            </a:extLst>
          </p:cNvPr>
          <p:cNvSpPr>
            <a:spLocks noGrp="1"/>
          </p:cNvSpPr>
          <p:nvPr/>
        </p:nvSpPr>
        <p:spPr>
          <a:xfrm>
            <a:off x="7696200" y="32194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79C841B-289C-4FD4-BBB4-2537C12885C1}"/>
              </a:ext>
            </a:extLst>
          </p:cNvPr>
          <p:cNvSpPr>
            <a:spLocks noGrp="1"/>
          </p:cNvSpPr>
          <p:nvPr/>
        </p:nvSpPr>
        <p:spPr>
          <a:xfrm rot="-2700000">
            <a:off x="95059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M2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252D8380-D982-40BB-9E9A-15EA7EEE8EDF}"/>
              </a:ext>
            </a:extLst>
          </p:cNvPr>
          <p:cNvSpPr>
            <a:spLocks noGrp="1"/>
          </p:cNvSpPr>
          <p:nvPr/>
        </p:nvSpPr>
        <p:spPr>
          <a:xfrm>
            <a:off x="9486900" y="1752600"/>
            <a:ext cx="419100" cy="762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1FA31D4-CB1D-47F4-9115-F1F5B2E5949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76200" cy="419100"/>
          </a:xfrm>
          <a:prstGeom prst="rect">
            <a:avLst/>
          </a:prstGeom>
          <a:solidFill>
            <a:srgbClr val="4A9A6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9D72974-FDB2-4A36-BF38-5BB5AEC0F506}"/>
              </a:ext>
            </a:extLst>
          </p:cNvPr>
          <p:cNvSpPr>
            <a:spLocks noGrp="1"/>
          </p:cNvSpPr>
          <p:nvPr/>
        </p:nvSpPr>
        <p:spPr>
          <a:xfrm>
            <a:off x="82296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DA4ADF0-400D-4B76-B7A1-C65995462D78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1953C51-D219-4A27-973F-5D610D2FCF4A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D17AE46-7369-4DED-8F94-7B22F64BF0BC}"/>
              </a:ext>
            </a:extLst>
          </p:cNvPr>
          <p:cNvSpPr>
            <a:spLocks noGrp="1"/>
          </p:cNvSpPr>
          <p:nvPr/>
        </p:nvSpPr>
        <p:spPr>
          <a:xfrm>
            <a:off x="9486900" y="31051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F62B389-F4D9-466C-81F8-15B71682F688}"/>
              </a:ext>
            </a:extLst>
          </p:cNvPr>
          <p:cNvSpPr>
            <a:spLocks noGrp="1"/>
          </p:cNvSpPr>
          <p:nvPr/>
        </p:nvSpPr>
        <p:spPr>
          <a:xfrm>
            <a:off x="99060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02F2C17-778C-45D0-ABB5-4F4123B9BDF3}"/>
              </a:ext>
            </a:extLst>
          </p:cNvPr>
          <p:cNvSpPr>
            <a:spLocks noGrp="1"/>
          </p:cNvSpPr>
          <p:nvPr/>
        </p:nvSpPr>
        <p:spPr>
          <a:xfrm>
            <a:off x="10325100" y="3105150"/>
            <a:ext cx="419100" cy="419100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75D2BDD-2266-4B30-A673-1BF8175FE43A}"/>
              </a:ext>
            </a:extLst>
          </p:cNvPr>
          <p:cNvSpPr>
            <a:spLocks noGrp="1"/>
          </p:cNvSpPr>
          <p:nvPr/>
        </p:nvSpPr>
        <p:spPr>
          <a:xfrm>
            <a:off x="7696200" y="36385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698DFC5-B950-43A7-8567-46C8C5F6E708}"/>
              </a:ext>
            </a:extLst>
          </p:cNvPr>
          <p:cNvSpPr>
            <a:spLocks noGrp="1"/>
          </p:cNvSpPr>
          <p:nvPr/>
        </p:nvSpPr>
        <p:spPr>
          <a:xfrm rot="-2700000">
            <a:off x="99250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W1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666874F-F1B0-483F-8035-6C8F4D1D1B7F}"/>
              </a:ext>
            </a:extLst>
          </p:cNvPr>
          <p:cNvSpPr>
            <a:spLocks noGrp="1"/>
          </p:cNvSpPr>
          <p:nvPr/>
        </p:nvSpPr>
        <p:spPr>
          <a:xfrm>
            <a:off x="990600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FB94BA3-84FE-424F-8F6B-9B17AA9B5F5B}"/>
              </a:ext>
            </a:extLst>
          </p:cNvPr>
          <p:cNvSpPr>
            <a:spLocks noGrp="1"/>
          </p:cNvSpPr>
          <p:nvPr/>
        </p:nvSpPr>
        <p:spPr>
          <a:xfrm>
            <a:off x="8134350" y="35242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1601B4B-325A-4A26-930E-5380B3D657E8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7AD3660-3BB5-48CC-864A-5C862C7EE6E9}"/>
              </a:ext>
            </a:extLst>
          </p:cNvPr>
          <p:cNvSpPr>
            <a:spLocks noGrp="1"/>
          </p:cNvSpPr>
          <p:nvPr/>
        </p:nvSpPr>
        <p:spPr>
          <a:xfrm>
            <a:off x="8648700" y="35242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3A37A3F-9436-4487-A566-718833878BAA}"/>
              </a:ext>
            </a:extLst>
          </p:cNvPr>
          <p:cNvSpPr>
            <a:spLocks noGrp="1"/>
          </p:cNvSpPr>
          <p:nvPr/>
        </p:nvSpPr>
        <p:spPr>
          <a:xfrm>
            <a:off x="9067800" y="35242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0D948DD-530B-4A0F-BF9A-A1D0705D9D9A}"/>
              </a:ext>
            </a:extLst>
          </p:cNvPr>
          <p:cNvSpPr>
            <a:spLocks noGrp="1"/>
          </p:cNvSpPr>
          <p:nvPr/>
        </p:nvSpPr>
        <p:spPr>
          <a:xfrm>
            <a:off x="9486900" y="35242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456D3EE-B25D-4659-9A15-389CA7D45805}"/>
              </a:ext>
            </a:extLst>
          </p:cNvPr>
          <p:cNvSpPr>
            <a:spLocks noGrp="1"/>
          </p:cNvSpPr>
          <p:nvPr/>
        </p:nvSpPr>
        <p:spPr>
          <a:xfrm>
            <a:off x="9906000" y="35242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7567357D-5E28-46BC-8B57-DAFFB0887293}"/>
              </a:ext>
            </a:extLst>
          </p:cNvPr>
          <p:cNvSpPr>
            <a:spLocks noGrp="1"/>
          </p:cNvSpPr>
          <p:nvPr/>
        </p:nvSpPr>
        <p:spPr>
          <a:xfrm>
            <a:off x="10325100" y="35242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9B82AEF7-3E88-4C0E-AFDA-F3BE91638CFF}"/>
              </a:ext>
            </a:extLst>
          </p:cNvPr>
          <p:cNvSpPr>
            <a:spLocks noGrp="1"/>
          </p:cNvSpPr>
          <p:nvPr/>
        </p:nvSpPr>
        <p:spPr>
          <a:xfrm>
            <a:off x="7696200" y="40576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DD11D32-A3D5-46BB-A6AD-341DD84B1B5F}"/>
              </a:ext>
            </a:extLst>
          </p:cNvPr>
          <p:cNvSpPr>
            <a:spLocks noGrp="1"/>
          </p:cNvSpPr>
          <p:nvPr/>
        </p:nvSpPr>
        <p:spPr>
          <a:xfrm rot="-2700000">
            <a:off x="10344150" y="4552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65A0440-56A0-41EA-8819-F25CDB6D5D9E}"/>
              </a:ext>
            </a:extLst>
          </p:cNvPr>
          <p:cNvSpPr>
            <a:spLocks noGrp="1"/>
          </p:cNvSpPr>
          <p:nvPr/>
        </p:nvSpPr>
        <p:spPr>
          <a:xfrm>
            <a:off x="10325100" y="1752600"/>
            <a:ext cx="419100" cy="762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608E8FC-11A5-4017-81C1-B47CA2A66C84}"/>
              </a:ext>
            </a:extLst>
          </p:cNvPr>
          <p:cNvSpPr>
            <a:spLocks noGrp="1"/>
          </p:cNvSpPr>
          <p:nvPr/>
        </p:nvSpPr>
        <p:spPr>
          <a:xfrm>
            <a:off x="8134350" y="3943350"/>
            <a:ext cx="76200" cy="419100"/>
          </a:xfrm>
          <a:prstGeom prst="rect">
            <a:avLst/>
          </a:prstGeom>
          <a:solidFill>
            <a:srgbClr val="E5933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BA32825-755C-46E7-884E-5C27DDFC71A7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3056B8E-4614-46B6-8A3C-6159EC30F934}"/>
              </a:ext>
            </a:extLst>
          </p:cNvPr>
          <p:cNvSpPr>
            <a:spLocks noGrp="1"/>
          </p:cNvSpPr>
          <p:nvPr/>
        </p:nvSpPr>
        <p:spPr>
          <a:xfrm>
            <a:off x="8648700" y="3943350"/>
            <a:ext cx="419100" cy="419100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2397585-B5AE-4B9B-8623-0868CE29F82C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01CFCB0-A424-4C7F-9046-8B27635AECE8}"/>
              </a:ext>
            </a:extLst>
          </p:cNvPr>
          <p:cNvSpPr>
            <a:spLocks noGrp="1"/>
          </p:cNvSpPr>
          <p:nvPr/>
        </p:nvSpPr>
        <p:spPr>
          <a:xfrm>
            <a:off x="9486900" y="3943350"/>
            <a:ext cx="419100" cy="419100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7A69992-3A3D-4033-A31E-F8BD574EC251}"/>
              </a:ext>
            </a:extLst>
          </p:cNvPr>
          <p:cNvSpPr>
            <a:spLocks noGrp="1"/>
          </p:cNvSpPr>
          <p:nvPr/>
        </p:nvSpPr>
        <p:spPr>
          <a:xfrm>
            <a:off x="9906000" y="3943350"/>
            <a:ext cx="419100" cy="419100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1E332ED-AEA7-4EEB-9B98-CEFE6318F522}"/>
              </a:ext>
            </a:extLst>
          </p:cNvPr>
          <p:cNvSpPr>
            <a:spLocks noGrp="1"/>
          </p:cNvSpPr>
          <p:nvPr/>
        </p:nvSpPr>
        <p:spPr>
          <a:xfrm>
            <a:off x="10325100" y="3943350"/>
            <a:ext cx="419100" cy="419100"/>
          </a:xfrm>
          <a:prstGeom prst="rect">
            <a:avLst/>
          </a:prstGeom>
          <a:solidFill>
            <a:srgbClr val="FFF7B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8A78637-77A9-4C82-B129-F0245951942E}"/>
              </a:ext>
            </a:extLst>
          </p:cNvPr>
          <p:cNvSpPr>
            <a:spLocks noGrp="1"/>
          </p:cNvSpPr>
          <p:nvPr/>
        </p:nvSpPr>
        <p:spPr>
          <a:xfrm>
            <a:off x="8229600" y="1847850"/>
            <a:ext cx="2514600" cy="2514600"/>
          </a:xfrm>
          <a:prstGeom prst="rect">
            <a:avLst/>
          </a:prstGeom>
          <a:noFill/>
          <a:ln w="14288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A5E13B7-0A81-42C8-8CF9-B5EA6CFE5F14}"/>
              </a:ext>
            </a:extLst>
          </p:cNvPr>
          <p:cNvSpPr>
            <a:spLocks noGrp="1"/>
          </p:cNvSpPr>
          <p:nvPr/>
        </p:nvSpPr>
        <p:spPr>
          <a:xfrm>
            <a:off x="8743950" y="49149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destination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174F1D5-4341-436A-8765-D7E86D9C6DC8}"/>
              </a:ext>
            </a:extLst>
          </p:cNvPr>
          <p:cNvSpPr>
            <a:spLocks noGrp="1"/>
          </p:cNvSpPr>
          <p:nvPr/>
        </p:nvSpPr>
        <p:spPr>
          <a:xfrm>
            <a:off x="8353425" y="35814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5557834-4404-4E8B-989C-78AC03A901B6}"/>
              </a:ext>
            </a:extLst>
          </p:cNvPr>
          <p:cNvSpPr>
            <a:spLocks noGrp="1"/>
          </p:cNvSpPr>
          <p:nvPr/>
        </p:nvSpPr>
        <p:spPr>
          <a:xfrm>
            <a:off x="8772525" y="35814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EB17E89-F5A1-44E6-A983-D25F3F5F3608}"/>
              </a:ext>
            </a:extLst>
          </p:cNvPr>
          <p:cNvSpPr>
            <a:spLocks noGrp="1"/>
          </p:cNvSpPr>
          <p:nvPr/>
        </p:nvSpPr>
        <p:spPr>
          <a:xfrm>
            <a:off x="8353425" y="40005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B42ABE8-7171-49F1-819C-AB197F6B9630}"/>
              </a:ext>
            </a:extLst>
          </p:cNvPr>
          <p:cNvSpPr>
            <a:spLocks noGrp="1"/>
          </p:cNvSpPr>
          <p:nvPr/>
        </p:nvSpPr>
        <p:spPr>
          <a:xfrm>
            <a:off x="8772525" y="40005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7DE9042-C538-43C7-8073-D24754FE8384}"/>
              </a:ext>
            </a:extLst>
          </p:cNvPr>
          <p:cNvSpPr>
            <a:spLocks noGrp="1"/>
          </p:cNvSpPr>
          <p:nvPr/>
        </p:nvSpPr>
        <p:spPr>
          <a:xfrm rot="-5400000">
            <a:off x="-104775" y="28098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0F172A"/>
                </a:solidFill>
              </a:defRPr>
            </a:pPr>
            <a:r>
              <a:rPr sz="1200" b="0" i="0" dirty="0">
                <a:solidFill>
                  <a:srgbClr val="0F172A"/>
                </a:solidFill>
              </a:rPr>
              <a:t>origin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4B47ADA-55C4-4D63-A357-9AFF382677B8}"/>
              </a:ext>
            </a:extLst>
          </p:cNvPr>
          <p:cNvSpPr>
            <a:spLocks noGrp="1"/>
          </p:cNvSpPr>
          <p:nvPr/>
        </p:nvSpPr>
        <p:spPr>
          <a:xfrm>
            <a:off x="11087100" y="3952875"/>
            <a:ext cx="228600" cy="428625"/>
          </a:xfrm>
          <a:prstGeom prst="rect">
            <a:avLst/>
          </a:prstGeom>
          <a:solidFill>
            <a:srgbClr val="FEE39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699E012-F59C-4C47-B6AA-08F8B83E435E}"/>
              </a:ext>
            </a:extLst>
          </p:cNvPr>
          <p:cNvSpPr>
            <a:spLocks noGrp="1"/>
          </p:cNvSpPr>
          <p:nvPr/>
        </p:nvSpPr>
        <p:spPr>
          <a:xfrm>
            <a:off x="11087100" y="3524250"/>
            <a:ext cx="228600" cy="428625"/>
          </a:xfrm>
          <a:prstGeom prst="rect">
            <a:avLst/>
          </a:prstGeom>
          <a:solidFill>
            <a:srgbClr val="FDAE6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6C77999-E5D5-460C-9B4C-417275F5D038}"/>
              </a:ext>
            </a:extLst>
          </p:cNvPr>
          <p:cNvSpPr>
            <a:spLocks noGrp="1"/>
          </p:cNvSpPr>
          <p:nvPr/>
        </p:nvSpPr>
        <p:spPr>
          <a:xfrm>
            <a:off x="11087100" y="3095625"/>
            <a:ext cx="228600" cy="428625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E08B48D-0266-473D-8371-93EC6E867266}"/>
              </a:ext>
            </a:extLst>
          </p:cNvPr>
          <p:cNvSpPr>
            <a:spLocks noGrp="1"/>
          </p:cNvSpPr>
          <p:nvPr/>
        </p:nvSpPr>
        <p:spPr>
          <a:xfrm>
            <a:off x="11087100" y="2667000"/>
            <a:ext cx="228600" cy="428625"/>
          </a:xfrm>
          <a:prstGeom prst="rect">
            <a:avLst/>
          </a:prstGeom>
          <a:solidFill>
            <a:srgbClr val="F46D4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E811C5E-1EE5-41A8-97AB-B0B9916BCF7A}"/>
              </a:ext>
            </a:extLst>
          </p:cNvPr>
          <p:cNvSpPr>
            <a:spLocks noGrp="1"/>
          </p:cNvSpPr>
          <p:nvPr/>
        </p:nvSpPr>
        <p:spPr>
          <a:xfrm>
            <a:off x="11087100" y="2238375"/>
            <a:ext cx="228600" cy="428625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C91E9BC-6AF9-448C-86D3-1EA414E13C3C}"/>
              </a:ext>
            </a:extLst>
          </p:cNvPr>
          <p:cNvSpPr>
            <a:spLocks noGrp="1"/>
          </p:cNvSpPr>
          <p:nvPr/>
        </p:nvSpPr>
        <p:spPr>
          <a:xfrm>
            <a:off x="11087100" y="1809750"/>
            <a:ext cx="228600" cy="428625"/>
          </a:xfrm>
          <a:prstGeom prst="rect">
            <a:avLst/>
          </a:prstGeom>
          <a:solidFill>
            <a:srgbClr val="D7302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989929BE-B763-4673-BD7B-C44FAD7E53FD}"/>
              </a:ext>
            </a:extLst>
          </p:cNvPr>
          <p:cNvSpPr>
            <a:spLocks noGrp="1"/>
          </p:cNvSpPr>
          <p:nvPr/>
        </p:nvSpPr>
        <p:spPr>
          <a:xfrm>
            <a:off x="11087100" y="1809750"/>
            <a:ext cx="228600" cy="2571750"/>
          </a:xfrm>
          <a:prstGeom prst="rect">
            <a:avLst/>
          </a:prstGeom>
          <a:noFill/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6E0A1A4-FBD4-4C04-AE40-3E303F070026}"/>
              </a:ext>
            </a:extLst>
          </p:cNvPr>
          <p:cNvSpPr>
            <a:spLocks noGrp="1"/>
          </p:cNvSpPr>
          <p:nvPr/>
        </p:nvSpPr>
        <p:spPr>
          <a:xfrm>
            <a:off x="10915650" y="1314450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relative OD</a:t>
            </a:r>
          </a:p>
          <a:p>
            <a:pPr algn="ctr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weight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6FE8E92-CA97-43B3-91EE-9CBA3D12A5E7}"/>
              </a:ext>
            </a:extLst>
          </p:cNvPr>
          <p:cNvSpPr>
            <a:spLocks noGrp="1"/>
          </p:cNvSpPr>
          <p:nvPr/>
        </p:nvSpPr>
        <p:spPr>
          <a:xfrm>
            <a:off x="11372850" y="17716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3C37A89-06FC-42A3-9AE1-99934DE80048}"/>
              </a:ext>
            </a:extLst>
          </p:cNvPr>
          <p:cNvSpPr>
            <a:spLocks noGrp="1"/>
          </p:cNvSpPr>
          <p:nvPr/>
        </p:nvSpPr>
        <p:spPr>
          <a:xfrm>
            <a:off x="11372850" y="42672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78330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189</Words>
  <Application>Microsoft Macintosh PowerPoint</Application>
  <DocSecurity>0</DocSecurity>
  <PresentationFormat>Grand écran</PresentationFormat>
  <Paragraphs>137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Calibri</vt:lpstr>
      <vt:lpstr>Cambria Math</vt:lpstr>
      <vt:lpstr>ChatGPT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Hugo Callens</cp:lastModifiedBy>
  <cp:revision>5</cp:revision>
  <dcterms:created xsi:type="dcterms:W3CDTF">2026-06-30T19:47:16Z</dcterms:created>
  <dcterms:modified xsi:type="dcterms:W3CDTF">2026-07-01T14:09:21Z</dcterms:modified>
</cp:coreProperties>
</file>